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media/image11.svg" ContentType="image/svg+xml"/>
  <Override PartName="/ppt/media/image13.svg" ContentType="image/svg+xml"/>
  <Override PartName="/ppt/media/image15.svg" ContentType="image/svg+xml"/>
  <Override PartName="/ppt/media/image3.svg" ContentType="image/svg+xml"/>
  <Override PartName="/ppt/media/image5.svg" ContentType="image/svg+xml"/>
  <Override PartName="/ppt/media/image7.svg" ContentType="image/svg+xml"/>
  <Override PartName="/ppt/media/image9.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7" r:id="rId13"/>
    <p:sldId id="268" r:id="rId14"/>
    <p:sldId id="269" r:id="rId15"/>
    <p:sldId id="271" r:id="rId16"/>
    <p:sldId id="272" r:id="rId17"/>
    <p:sldId id="273" r:id="rId18"/>
    <p:sldId id="274" r:id="rId19"/>
    <p:sldId id="275" r:id="rId20"/>
    <p:sldId id="276" r:id="rId21"/>
  </p:sldIdLst>
  <p:sldSz cx="18288000" cy="10287000"/>
  <p:notesSz cx="6858000" cy="9144000"/>
  <p:embeddedFontLst>
    <p:embeddedFont>
      <p:font typeface="Glass Antiqua" panose="02000506000000020004"/>
      <p:regular r:id="rId25"/>
    </p:embeddedFont>
    <p:embeddedFont>
      <p:font typeface="Calibri" panose="020F0502020204030204" charset="0"/>
      <p:regular r:id="rId26"/>
      <p:bold r:id="rId27"/>
      <p:italic r:id="rId28"/>
      <p:boldItalic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font" Target="fonts/font5.fntdata"/><Relationship Id="rId28" Type="http://schemas.openxmlformats.org/officeDocument/2006/relationships/font" Target="fonts/font4.fntdata"/><Relationship Id="rId27" Type="http://schemas.openxmlformats.org/officeDocument/2006/relationships/font" Target="fonts/font3.fntdata"/><Relationship Id="rId26" Type="http://schemas.openxmlformats.org/officeDocument/2006/relationships/font" Target="fonts/font2.fntdata"/><Relationship Id="rId25" Type="http://schemas.openxmlformats.org/officeDocument/2006/relationships/font" Target="fonts/font1.fntdata"/><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9.svg"/><Relationship Id="rId8" Type="http://schemas.openxmlformats.org/officeDocument/2006/relationships/image" Target="../media/image8.png"/><Relationship Id="rId7" Type="http://schemas.openxmlformats.org/officeDocument/2006/relationships/image" Target="../media/image7.svg"/><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png"/><Relationship Id="rId16" Type="http://schemas.openxmlformats.org/officeDocument/2006/relationships/slideLayout" Target="../slideLayouts/slideLayout7.xml"/><Relationship Id="rId15" Type="http://schemas.openxmlformats.org/officeDocument/2006/relationships/image" Target="../media/image15.svg"/><Relationship Id="rId14" Type="http://schemas.openxmlformats.org/officeDocument/2006/relationships/image" Target="../media/image14.png"/><Relationship Id="rId13" Type="http://schemas.openxmlformats.org/officeDocument/2006/relationships/image" Target="../media/image13.svg"/><Relationship Id="rId12" Type="http://schemas.openxmlformats.org/officeDocument/2006/relationships/image" Target="../media/image12.png"/><Relationship Id="rId11" Type="http://schemas.openxmlformats.org/officeDocument/2006/relationships/image" Target="../media/image11.svg"/><Relationship Id="rId10" Type="http://schemas.openxmlformats.org/officeDocument/2006/relationships/image" Target="../media/image10.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image" Target="../media/image9.svg"/><Relationship Id="rId8" Type="http://schemas.openxmlformats.org/officeDocument/2006/relationships/image" Target="../media/image8.png"/><Relationship Id="rId7" Type="http://schemas.openxmlformats.org/officeDocument/2006/relationships/image" Target="../media/image7.svg"/><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png"/><Relationship Id="rId16" Type="http://schemas.openxmlformats.org/officeDocument/2006/relationships/slideLayout" Target="../slideLayouts/slideLayout7.xml"/><Relationship Id="rId15" Type="http://schemas.openxmlformats.org/officeDocument/2006/relationships/image" Target="../media/image15.svg"/><Relationship Id="rId14" Type="http://schemas.openxmlformats.org/officeDocument/2006/relationships/image" Target="../media/image14.png"/><Relationship Id="rId13" Type="http://schemas.openxmlformats.org/officeDocument/2006/relationships/image" Target="../media/image13.svg"/><Relationship Id="rId12" Type="http://schemas.openxmlformats.org/officeDocument/2006/relationships/image" Target="../media/image12.png"/><Relationship Id="rId11" Type="http://schemas.openxmlformats.org/officeDocument/2006/relationships/image" Target="../media/image11.svg"/><Relationship Id="rId10" Type="http://schemas.openxmlformats.org/officeDocument/2006/relationships/image" Target="../media/image10.png"/><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9" Type="http://schemas.openxmlformats.org/officeDocument/2006/relationships/image" Target="../media/image13.svg"/><Relationship Id="rId8" Type="http://schemas.openxmlformats.org/officeDocument/2006/relationships/image" Target="../media/image12.png"/><Relationship Id="rId7" Type="http://schemas.openxmlformats.org/officeDocument/2006/relationships/image" Target="../media/image7.svg"/><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png"/><Relationship Id="rId10" Type="http://schemas.openxmlformats.org/officeDocument/2006/relationships/slideLayout" Target="../slideLayouts/slideLayout7.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9" Type="http://schemas.openxmlformats.org/officeDocument/2006/relationships/image" Target="../media/image13.svg"/><Relationship Id="rId8" Type="http://schemas.openxmlformats.org/officeDocument/2006/relationships/image" Target="../media/image12.png"/><Relationship Id="rId7" Type="http://schemas.openxmlformats.org/officeDocument/2006/relationships/image" Target="../media/image7.svg"/><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png"/><Relationship Id="rId10" Type="http://schemas.openxmlformats.org/officeDocument/2006/relationships/slideLayout" Target="../slideLayouts/slideLayout7.xml"/><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9" Type="http://schemas.openxmlformats.org/officeDocument/2006/relationships/image" Target="../media/image13.svg"/><Relationship Id="rId8" Type="http://schemas.openxmlformats.org/officeDocument/2006/relationships/image" Target="../media/image12.png"/><Relationship Id="rId7" Type="http://schemas.openxmlformats.org/officeDocument/2006/relationships/image" Target="../media/image7.svg"/><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png"/><Relationship Id="rId11" Type="http://schemas.openxmlformats.org/officeDocument/2006/relationships/slideLayout" Target="../slideLayouts/slideLayout7.xml"/><Relationship Id="rId10" Type="http://schemas.openxmlformats.org/officeDocument/2006/relationships/image" Target="../media/image16.png"/><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9" Type="http://schemas.openxmlformats.org/officeDocument/2006/relationships/image" Target="../media/image13.svg"/><Relationship Id="rId8" Type="http://schemas.openxmlformats.org/officeDocument/2006/relationships/image" Target="../media/image12.png"/><Relationship Id="rId7" Type="http://schemas.openxmlformats.org/officeDocument/2006/relationships/image" Target="../media/image7.svg"/><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png"/><Relationship Id="rId10" Type="http://schemas.openxmlformats.org/officeDocument/2006/relationships/slideLayout" Target="../slideLayouts/slideLayout7.xml"/><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9" Type="http://schemas.openxmlformats.org/officeDocument/2006/relationships/image" Target="../media/image13.svg"/><Relationship Id="rId8" Type="http://schemas.openxmlformats.org/officeDocument/2006/relationships/image" Target="../media/image12.png"/><Relationship Id="rId7" Type="http://schemas.openxmlformats.org/officeDocument/2006/relationships/image" Target="../media/image7.svg"/><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png"/><Relationship Id="rId11" Type="http://schemas.openxmlformats.org/officeDocument/2006/relationships/slideLayout" Target="../slideLayouts/slideLayout7.xml"/><Relationship Id="rId10" Type="http://schemas.openxmlformats.org/officeDocument/2006/relationships/image" Target="../media/image17.png"/><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9" Type="http://schemas.openxmlformats.org/officeDocument/2006/relationships/image" Target="../media/image13.svg"/><Relationship Id="rId8" Type="http://schemas.openxmlformats.org/officeDocument/2006/relationships/image" Target="../media/image12.png"/><Relationship Id="rId7" Type="http://schemas.openxmlformats.org/officeDocument/2006/relationships/image" Target="../media/image7.svg"/><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png"/><Relationship Id="rId11" Type="http://schemas.openxmlformats.org/officeDocument/2006/relationships/slideLayout" Target="../slideLayouts/slideLayout7.xml"/><Relationship Id="rId10" Type="http://schemas.openxmlformats.org/officeDocument/2006/relationships/image" Target="../media/image18.png"/><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9" Type="http://schemas.openxmlformats.org/officeDocument/2006/relationships/image" Target="../media/image13.svg"/><Relationship Id="rId8" Type="http://schemas.openxmlformats.org/officeDocument/2006/relationships/image" Target="../media/image12.png"/><Relationship Id="rId7" Type="http://schemas.openxmlformats.org/officeDocument/2006/relationships/image" Target="../media/image7.svg"/><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png"/><Relationship Id="rId11" Type="http://schemas.openxmlformats.org/officeDocument/2006/relationships/slideLayout" Target="../slideLayouts/slideLayout7.xml"/><Relationship Id="rId10" Type="http://schemas.openxmlformats.org/officeDocument/2006/relationships/image" Target="../media/image19.jpeg"/><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9" Type="http://schemas.openxmlformats.org/officeDocument/2006/relationships/image" Target="../media/image13.svg"/><Relationship Id="rId8" Type="http://schemas.openxmlformats.org/officeDocument/2006/relationships/image" Target="../media/image12.png"/><Relationship Id="rId7" Type="http://schemas.openxmlformats.org/officeDocument/2006/relationships/image" Target="../media/image7.svg"/><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png"/><Relationship Id="rId10" Type="http://schemas.openxmlformats.org/officeDocument/2006/relationships/slideLayout" Target="../slideLayouts/slideLayout7.xml"/><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9" Type="http://schemas.openxmlformats.org/officeDocument/2006/relationships/image" Target="../media/image13.svg"/><Relationship Id="rId8" Type="http://schemas.openxmlformats.org/officeDocument/2006/relationships/image" Target="../media/image23.png"/><Relationship Id="rId7" Type="http://schemas.openxmlformats.org/officeDocument/2006/relationships/image" Target="../media/image7.svg"/><Relationship Id="rId6" Type="http://schemas.openxmlformats.org/officeDocument/2006/relationships/image" Target="../media/image22.png"/><Relationship Id="rId5" Type="http://schemas.openxmlformats.org/officeDocument/2006/relationships/image" Target="../media/image5.svg"/><Relationship Id="rId4" Type="http://schemas.openxmlformats.org/officeDocument/2006/relationships/image" Target="../media/image21.png"/><Relationship Id="rId3" Type="http://schemas.openxmlformats.org/officeDocument/2006/relationships/image" Target="../media/image3.svg"/><Relationship Id="rId2" Type="http://schemas.openxmlformats.org/officeDocument/2006/relationships/image" Target="../media/image20.png"/><Relationship Id="rId11" Type="http://schemas.openxmlformats.org/officeDocument/2006/relationships/slideLayout" Target="../slideLayouts/slideLayout7.xml"/><Relationship Id="rId10" Type="http://schemas.openxmlformats.org/officeDocument/2006/relationships/image" Target="../media/image24.jpeg"/><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9" Type="http://schemas.openxmlformats.org/officeDocument/2006/relationships/image" Target="../media/image13.svg"/><Relationship Id="rId8" Type="http://schemas.openxmlformats.org/officeDocument/2006/relationships/image" Target="../media/image23.png"/><Relationship Id="rId7" Type="http://schemas.openxmlformats.org/officeDocument/2006/relationships/image" Target="../media/image7.svg"/><Relationship Id="rId6" Type="http://schemas.openxmlformats.org/officeDocument/2006/relationships/image" Target="../media/image22.png"/><Relationship Id="rId5" Type="http://schemas.openxmlformats.org/officeDocument/2006/relationships/image" Target="../media/image5.svg"/><Relationship Id="rId4" Type="http://schemas.openxmlformats.org/officeDocument/2006/relationships/image" Target="../media/image21.png"/><Relationship Id="rId3" Type="http://schemas.openxmlformats.org/officeDocument/2006/relationships/image" Target="../media/image3.svg"/><Relationship Id="rId2" Type="http://schemas.openxmlformats.org/officeDocument/2006/relationships/image" Target="../media/image20.png"/><Relationship Id="rId11" Type="http://schemas.openxmlformats.org/officeDocument/2006/relationships/slideLayout" Target="../slideLayouts/slideLayout7.xml"/><Relationship Id="rId10" Type="http://schemas.openxmlformats.org/officeDocument/2006/relationships/image" Target="../media/image25.jpeg"/><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9" Type="http://schemas.openxmlformats.org/officeDocument/2006/relationships/image" Target="../media/image13.svg"/><Relationship Id="rId8" Type="http://schemas.openxmlformats.org/officeDocument/2006/relationships/image" Target="../media/image23.png"/><Relationship Id="rId7" Type="http://schemas.openxmlformats.org/officeDocument/2006/relationships/image" Target="../media/image7.svg"/><Relationship Id="rId6" Type="http://schemas.openxmlformats.org/officeDocument/2006/relationships/image" Target="../media/image22.png"/><Relationship Id="rId5" Type="http://schemas.openxmlformats.org/officeDocument/2006/relationships/image" Target="../media/image5.svg"/><Relationship Id="rId4" Type="http://schemas.openxmlformats.org/officeDocument/2006/relationships/image" Target="../media/image21.png"/><Relationship Id="rId3" Type="http://schemas.openxmlformats.org/officeDocument/2006/relationships/image" Target="../media/image3.svg"/><Relationship Id="rId2" Type="http://schemas.openxmlformats.org/officeDocument/2006/relationships/image" Target="../media/image20.png"/><Relationship Id="rId10" Type="http://schemas.openxmlformats.org/officeDocument/2006/relationships/slideLayout" Target="../slideLayouts/slideLayout7.xml"/><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9" Type="http://schemas.openxmlformats.org/officeDocument/2006/relationships/image" Target="../media/image13.svg"/><Relationship Id="rId8" Type="http://schemas.openxmlformats.org/officeDocument/2006/relationships/image" Target="../media/image23.png"/><Relationship Id="rId7" Type="http://schemas.openxmlformats.org/officeDocument/2006/relationships/image" Target="../media/image7.svg"/><Relationship Id="rId6" Type="http://schemas.openxmlformats.org/officeDocument/2006/relationships/image" Target="../media/image22.png"/><Relationship Id="rId5" Type="http://schemas.openxmlformats.org/officeDocument/2006/relationships/image" Target="../media/image5.svg"/><Relationship Id="rId4" Type="http://schemas.openxmlformats.org/officeDocument/2006/relationships/image" Target="../media/image21.png"/><Relationship Id="rId3" Type="http://schemas.openxmlformats.org/officeDocument/2006/relationships/image" Target="../media/image3.svg"/><Relationship Id="rId2" Type="http://schemas.openxmlformats.org/officeDocument/2006/relationships/image" Target="../media/image20.png"/><Relationship Id="rId11" Type="http://schemas.openxmlformats.org/officeDocument/2006/relationships/slideLayout" Target="../slideLayouts/slideLayout7.xml"/><Relationship Id="rId10" Type="http://schemas.openxmlformats.org/officeDocument/2006/relationships/image" Target="../media/image26.jpeg"/><Relationship Id="rId1" Type="http://schemas.openxmlformats.org/officeDocument/2006/relationships/image" Target="../media/image1.jpeg"/></Relationships>
</file>

<file path=ppt/slides/_rels/slide15.xml.rels><?xml version="1.0" encoding="UTF-8" standalone="yes"?>
<Relationships xmlns="http://schemas.openxmlformats.org/package/2006/relationships"><Relationship Id="rId9" Type="http://schemas.openxmlformats.org/officeDocument/2006/relationships/image" Target="../media/image13.svg"/><Relationship Id="rId8" Type="http://schemas.openxmlformats.org/officeDocument/2006/relationships/image" Target="../media/image23.png"/><Relationship Id="rId7" Type="http://schemas.openxmlformats.org/officeDocument/2006/relationships/image" Target="../media/image7.svg"/><Relationship Id="rId6" Type="http://schemas.openxmlformats.org/officeDocument/2006/relationships/image" Target="../media/image22.png"/><Relationship Id="rId5" Type="http://schemas.openxmlformats.org/officeDocument/2006/relationships/image" Target="../media/image5.svg"/><Relationship Id="rId4" Type="http://schemas.openxmlformats.org/officeDocument/2006/relationships/image" Target="../media/image21.png"/><Relationship Id="rId3" Type="http://schemas.openxmlformats.org/officeDocument/2006/relationships/image" Target="../media/image3.svg"/><Relationship Id="rId2" Type="http://schemas.openxmlformats.org/officeDocument/2006/relationships/image" Target="../media/image20.png"/><Relationship Id="rId11" Type="http://schemas.openxmlformats.org/officeDocument/2006/relationships/slideLayout" Target="../slideLayouts/slideLayout7.xml"/><Relationship Id="rId10" Type="http://schemas.openxmlformats.org/officeDocument/2006/relationships/image" Target="../media/image27.jpeg"/><Relationship Id="rId1" Type="http://schemas.openxmlformats.org/officeDocument/2006/relationships/image" Target="../media/image1.jpeg"/></Relationships>
</file>

<file path=ppt/slides/_rels/slide16.xml.rels><?xml version="1.0" encoding="UTF-8" standalone="yes"?>
<Relationships xmlns="http://schemas.openxmlformats.org/package/2006/relationships"><Relationship Id="rId9" Type="http://schemas.openxmlformats.org/officeDocument/2006/relationships/image" Target="../media/image13.svg"/><Relationship Id="rId8" Type="http://schemas.openxmlformats.org/officeDocument/2006/relationships/image" Target="../media/image23.png"/><Relationship Id="rId7" Type="http://schemas.openxmlformats.org/officeDocument/2006/relationships/image" Target="../media/image7.svg"/><Relationship Id="rId6" Type="http://schemas.openxmlformats.org/officeDocument/2006/relationships/image" Target="../media/image22.png"/><Relationship Id="rId5" Type="http://schemas.openxmlformats.org/officeDocument/2006/relationships/image" Target="../media/image5.svg"/><Relationship Id="rId4" Type="http://schemas.openxmlformats.org/officeDocument/2006/relationships/image" Target="../media/image21.png"/><Relationship Id="rId3" Type="http://schemas.openxmlformats.org/officeDocument/2006/relationships/image" Target="../media/image3.svg"/><Relationship Id="rId2" Type="http://schemas.openxmlformats.org/officeDocument/2006/relationships/image" Target="../media/image20.png"/><Relationship Id="rId11" Type="http://schemas.openxmlformats.org/officeDocument/2006/relationships/slideLayout" Target="../slideLayouts/slideLayout7.xml"/><Relationship Id="rId10" Type="http://schemas.openxmlformats.org/officeDocument/2006/relationships/image" Target="../media/image28.jpeg"/><Relationship Id="rId1" Type="http://schemas.openxmlformats.org/officeDocument/2006/relationships/image" Target="../media/image1.jpeg"/></Relationships>
</file>

<file path=ppt/slides/_rels/slide17.xml.rels><?xml version="1.0" encoding="UTF-8" standalone="yes"?>
<Relationships xmlns="http://schemas.openxmlformats.org/package/2006/relationships"><Relationship Id="rId9" Type="http://schemas.openxmlformats.org/officeDocument/2006/relationships/image" Target="../media/image13.svg"/><Relationship Id="rId8" Type="http://schemas.openxmlformats.org/officeDocument/2006/relationships/image" Target="../media/image23.png"/><Relationship Id="rId7" Type="http://schemas.openxmlformats.org/officeDocument/2006/relationships/image" Target="../media/image7.svg"/><Relationship Id="rId6" Type="http://schemas.openxmlformats.org/officeDocument/2006/relationships/image" Target="../media/image22.png"/><Relationship Id="rId5" Type="http://schemas.openxmlformats.org/officeDocument/2006/relationships/image" Target="../media/image5.svg"/><Relationship Id="rId4" Type="http://schemas.openxmlformats.org/officeDocument/2006/relationships/image" Target="../media/image21.png"/><Relationship Id="rId3" Type="http://schemas.openxmlformats.org/officeDocument/2006/relationships/image" Target="../media/image3.svg"/><Relationship Id="rId2" Type="http://schemas.openxmlformats.org/officeDocument/2006/relationships/image" Target="../media/image20.png"/><Relationship Id="rId10" Type="http://schemas.openxmlformats.org/officeDocument/2006/relationships/slideLayout" Target="../slideLayouts/slideLayout7.xml"/><Relationship Id="rId1" Type="http://schemas.openxmlformats.org/officeDocument/2006/relationships/image" Target="../media/image1.jpeg"/></Relationships>
</file>

<file path=ppt/slides/_rels/slide18.xml.rels><?xml version="1.0" encoding="UTF-8" standalone="yes"?>
<Relationships xmlns="http://schemas.openxmlformats.org/package/2006/relationships"><Relationship Id="rId9" Type="http://schemas.openxmlformats.org/officeDocument/2006/relationships/image" Target="../media/image9.svg"/><Relationship Id="rId8" Type="http://schemas.openxmlformats.org/officeDocument/2006/relationships/image" Target="../media/image29.png"/><Relationship Id="rId7" Type="http://schemas.openxmlformats.org/officeDocument/2006/relationships/image" Target="../media/image7.svg"/><Relationship Id="rId6" Type="http://schemas.openxmlformats.org/officeDocument/2006/relationships/image" Target="../media/image22.png"/><Relationship Id="rId5" Type="http://schemas.openxmlformats.org/officeDocument/2006/relationships/image" Target="../media/image5.svg"/><Relationship Id="rId4" Type="http://schemas.openxmlformats.org/officeDocument/2006/relationships/image" Target="../media/image21.png"/><Relationship Id="rId3" Type="http://schemas.openxmlformats.org/officeDocument/2006/relationships/image" Target="../media/image3.svg"/><Relationship Id="rId2" Type="http://schemas.openxmlformats.org/officeDocument/2006/relationships/image" Target="../media/image20.png"/><Relationship Id="rId13" Type="http://schemas.openxmlformats.org/officeDocument/2006/relationships/slideLayout" Target="../slideLayouts/slideLayout7.xml"/><Relationship Id="rId12" Type="http://schemas.openxmlformats.org/officeDocument/2006/relationships/image" Target="../media/image31.png"/><Relationship Id="rId11" Type="http://schemas.openxmlformats.org/officeDocument/2006/relationships/image" Target="../media/image11.svg"/><Relationship Id="rId10" Type="http://schemas.openxmlformats.org/officeDocument/2006/relationships/image" Target="../media/image30.png"/><Relationship Id="rId1" Type="http://schemas.openxmlformats.org/officeDocument/2006/relationships/image" Target="../media/image1.jpeg"/></Relationships>
</file>

<file path=ppt/slides/_rels/slide19.xml.rels><?xml version="1.0" encoding="UTF-8" standalone="yes"?>
<Relationships xmlns="http://schemas.openxmlformats.org/package/2006/relationships"><Relationship Id="rId9" Type="http://schemas.openxmlformats.org/officeDocument/2006/relationships/image" Target="../media/image9.svg"/><Relationship Id="rId8" Type="http://schemas.openxmlformats.org/officeDocument/2006/relationships/image" Target="../media/image29.png"/><Relationship Id="rId7" Type="http://schemas.openxmlformats.org/officeDocument/2006/relationships/image" Target="../media/image7.svg"/><Relationship Id="rId6" Type="http://schemas.openxmlformats.org/officeDocument/2006/relationships/image" Target="../media/image22.png"/><Relationship Id="rId5" Type="http://schemas.openxmlformats.org/officeDocument/2006/relationships/image" Target="../media/image5.svg"/><Relationship Id="rId4" Type="http://schemas.openxmlformats.org/officeDocument/2006/relationships/image" Target="../media/image21.png"/><Relationship Id="rId3" Type="http://schemas.openxmlformats.org/officeDocument/2006/relationships/image" Target="../media/image3.svg"/><Relationship Id="rId2" Type="http://schemas.openxmlformats.org/officeDocument/2006/relationships/image" Target="../media/image20.png"/><Relationship Id="rId13" Type="http://schemas.openxmlformats.org/officeDocument/2006/relationships/slideLayout" Target="../slideLayouts/slideLayout7.xml"/><Relationship Id="rId12" Type="http://schemas.openxmlformats.org/officeDocument/2006/relationships/image" Target="../media/image32.png"/><Relationship Id="rId11" Type="http://schemas.openxmlformats.org/officeDocument/2006/relationships/image" Target="../media/image11.svg"/><Relationship Id="rId10" Type="http://schemas.openxmlformats.org/officeDocument/2006/relationships/image" Target="../media/image30.pn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3111" b="-13111"/>
            </a:stretch>
          </a:blipFill>
        </p:spPr>
      </p:sp>
      <p:sp>
        <p:nvSpPr>
          <p:cNvPr id="3" name="Freeform 3"/>
          <p:cNvSpPr/>
          <p:nvPr/>
        </p:nvSpPr>
        <p:spPr>
          <a:xfrm>
            <a:off x="14161312" y="-702184"/>
            <a:ext cx="4372111" cy="3306906"/>
          </a:xfrm>
          <a:custGeom>
            <a:avLst/>
            <a:gdLst/>
            <a:ahLst/>
            <a:cxnLst/>
            <a:rect l="l" t="t" r="r" b="b"/>
            <a:pathLst>
              <a:path w="4372111" h="3306906">
                <a:moveTo>
                  <a:pt x="0" y="0"/>
                </a:moveTo>
                <a:lnTo>
                  <a:pt x="4372111" y="0"/>
                </a:lnTo>
                <a:lnTo>
                  <a:pt x="4372111" y="3306906"/>
                </a:lnTo>
                <a:lnTo>
                  <a:pt x="0" y="3306906"/>
                </a:lnTo>
                <a:lnTo>
                  <a:pt x="0" y="0"/>
                </a:lnTo>
                <a:close/>
              </a:path>
            </a:pathLst>
          </a:custGeom>
          <a:blipFill>
            <a:blip r:embed="rId2">
              <a:alphaModFix amt="42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1758097" y="5678057"/>
            <a:ext cx="7135220" cy="6330886"/>
          </a:xfrm>
          <a:custGeom>
            <a:avLst/>
            <a:gdLst/>
            <a:ahLst/>
            <a:cxnLst/>
            <a:rect l="l" t="t" r="r" b="b"/>
            <a:pathLst>
              <a:path w="7135220" h="6330886">
                <a:moveTo>
                  <a:pt x="0" y="0"/>
                </a:moveTo>
                <a:lnTo>
                  <a:pt x="7135220" y="0"/>
                </a:lnTo>
                <a:lnTo>
                  <a:pt x="7135220" y="6330887"/>
                </a:lnTo>
                <a:lnTo>
                  <a:pt x="0" y="6330887"/>
                </a:lnTo>
                <a:lnTo>
                  <a:pt x="0" y="0"/>
                </a:lnTo>
                <a:close/>
              </a:path>
            </a:pathLst>
          </a:custGeom>
          <a:blipFill>
            <a:blip r:embed="rId4">
              <a:alphaModFix amt="65999"/>
              <a:extLst>
                <a:ext uri="{96DAC541-7B7A-43D3-8B79-37D633B846F1}">
                  <asvg:svgBlip xmlns:asvg="http://schemas.microsoft.com/office/drawing/2016/SVG/main" r:embed="rId5"/>
                </a:ext>
              </a:extLst>
            </a:blip>
            <a:stretch>
              <a:fillRect/>
            </a:stretch>
          </a:blipFill>
        </p:spPr>
      </p:sp>
      <p:sp>
        <p:nvSpPr>
          <p:cNvPr id="5" name="Freeform 5"/>
          <p:cNvSpPr/>
          <p:nvPr/>
        </p:nvSpPr>
        <p:spPr>
          <a:xfrm>
            <a:off x="-754483" y="-1363553"/>
            <a:ext cx="6803544" cy="6147930"/>
          </a:xfrm>
          <a:custGeom>
            <a:avLst/>
            <a:gdLst/>
            <a:ahLst/>
            <a:cxnLst/>
            <a:rect l="l" t="t" r="r" b="b"/>
            <a:pathLst>
              <a:path w="6803544" h="6147930">
                <a:moveTo>
                  <a:pt x="0" y="0"/>
                </a:moveTo>
                <a:lnTo>
                  <a:pt x="6803544" y="0"/>
                </a:lnTo>
                <a:lnTo>
                  <a:pt x="6803544" y="6147930"/>
                </a:lnTo>
                <a:lnTo>
                  <a:pt x="0" y="6147930"/>
                </a:lnTo>
                <a:lnTo>
                  <a:pt x="0" y="0"/>
                </a:lnTo>
                <a:close/>
              </a:path>
            </a:pathLst>
          </a:custGeom>
          <a:blipFill>
            <a:blip r:embed="rId6">
              <a:alphaModFix amt="58000"/>
              <a:extLst>
                <a:ext uri="{96DAC541-7B7A-43D3-8B79-37D633B846F1}">
                  <asvg:svgBlip xmlns:asvg="http://schemas.microsoft.com/office/drawing/2016/SVG/main" r:embed="rId7"/>
                </a:ext>
              </a:extLst>
            </a:blip>
            <a:stretch>
              <a:fillRect/>
            </a:stretch>
          </a:blipFill>
        </p:spPr>
      </p:sp>
      <p:sp>
        <p:nvSpPr>
          <p:cNvPr id="6" name="Freeform 6"/>
          <p:cNvSpPr/>
          <p:nvPr/>
        </p:nvSpPr>
        <p:spPr>
          <a:xfrm rot="756773">
            <a:off x="15755415" y="1170662"/>
            <a:ext cx="1570143" cy="2442234"/>
          </a:xfrm>
          <a:custGeom>
            <a:avLst/>
            <a:gdLst/>
            <a:ahLst/>
            <a:cxnLst/>
            <a:rect l="l" t="t" r="r" b="b"/>
            <a:pathLst>
              <a:path w="1570143" h="2442234">
                <a:moveTo>
                  <a:pt x="0" y="0"/>
                </a:moveTo>
                <a:lnTo>
                  <a:pt x="1570143" y="0"/>
                </a:lnTo>
                <a:lnTo>
                  <a:pt x="1570143" y="2442234"/>
                </a:lnTo>
                <a:lnTo>
                  <a:pt x="0" y="244223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a:off x="901293" y="6224704"/>
            <a:ext cx="3097441" cy="3808806"/>
          </a:xfrm>
          <a:custGeom>
            <a:avLst/>
            <a:gdLst/>
            <a:ahLst/>
            <a:cxnLst/>
            <a:rect l="l" t="t" r="r" b="b"/>
            <a:pathLst>
              <a:path w="3097441" h="3808806">
                <a:moveTo>
                  <a:pt x="0" y="0"/>
                </a:moveTo>
                <a:lnTo>
                  <a:pt x="3097441" y="0"/>
                </a:lnTo>
                <a:lnTo>
                  <a:pt x="3097441" y="3808806"/>
                </a:lnTo>
                <a:lnTo>
                  <a:pt x="0" y="380880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8" name="Freeform 8"/>
          <p:cNvSpPr/>
          <p:nvPr/>
        </p:nvSpPr>
        <p:spPr>
          <a:xfrm rot="953624" flipH="1" flipV="1">
            <a:off x="-592410" y="8494973"/>
            <a:ext cx="2987406" cy="2259565"/>
          </a:xfrm>
          <a:custGeom>
            <a:avLst/>
            <a:gdLst/>
            <a:ahLst/>
            <a:cxnLst/>
            <a:rect l="l" t="t" r="r" b="b"/>
            <a:pathLst>
              <a:path w="2987406" h="2259565">
                <a:moveTo>
                  <a:pt x="2987405" y="2259565"/>
                </a:moveTo>
                <a:lnTo>
                  <a:pt x="0" y="2259565"/>
                </a:lnTo>
                <a:lnTo>
                  <a:pt x="0" y="0"/>
                </a:lnTo>
                <a:lnTo>
                  <a:pt x="2987405" y="0"/>
                </a:lnTo>
                <a:lnTo>
                  <a:pt x="2987405" y="2259565"/>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rot="0">
            <a:off x="3715503" y="2465614"/>
            <a:ext cx="10100796" cy="5355771"/>
            <a:chOff x="0" y="0"/>
            <a:chExt cx="2408242" cy="1276929"/>
          </a:xfrm>
        </p:grpSpPr>
        <p:sp>
          <p:nvSpPr>
            <p:cNvPr id="10" name="Freeform 10"/>
            <p:cNvSpPr/>
            <p:nvPr/>
          </p:nvSpPr>
          <p:spPr>
            <a:xfrm>
              <a:off x="0" y="0"/>
              <a:ext cx="2408243" cy="1276929"/>
            </a:xfrm>
            <a:custGeom>
              <a:avLst/>
              <a:gdLst/>
              <a:ahLst/>
              <a:cxnLst/>
              <a:rect l="l" t="t" r="r" b="b"/>
              <a:pathLst>
                <a:path w="2408243" h="1276929">
                  <a:moveTo>
                    <a:pt x="0" y="0"/>
                  </a:moveTo>
                  <a:lnTo>
                    <a:pt x="2408243" y="0"/>
                  </a:lnTo>
                  <a:lnTo>
                    <a:pt x="2408243" y="1276929"/>
                  </a:lnTo>
                  <a:lnTo>
                    <a:pt x="0" y="1276929"/>
                  </a:lnTo>
                  <a:close/>
                </a:path>
              </a:pathLst>
            </a:custGeom>
            <a:solidFill>
              <a:srgbClr val="FAE2C5">
                <a:alpha val="72941"/>
              </a:srgbClr>
            </a:solidFill>
          </p:spPr>
        </p:sp>
        <p:sp>
          <p:nvSpPr>
            <p:cNvPr id="11" name="TextBox 11"/>
            <p:cNvSpPr txBox="1"/>
            <p:nvPr/>
          </p:nvSpPr>
          <p:spPr>
            <a:xfrm>
              <a:off x="0" y="-38100"/>
              <a:ext cx="2408242" cy="1315029"/>
            </a:xfrm>
            <a:prstGeom prst="rect">
              <a:avLst/>
            </a:prstGeom>
          </p:spPr>
          <p:txBody>
            <a:bodyPr lIns="50800" tIns="50800" rIns="50800" bIns="50800" rtlCol="0" anchor="ctr"/>
            <a:lstStyle/>
            <a:p>
              <a:pPr algn="ctr">
                <a:lnSpc>
                  <a:spcPts val="2660"/>
                </a:lnSpc>
                <a:spcBef>
                  <a:spcPct val="0"/>
                </a:spcBef>
              </a:pPr>
            </a:p>
          </p:txBody>
        </p:sp>
      </p:grpSp>
      <p:sp>
        <p:nvSpPr>
          <p:cNvPr id="12" name="TextBox 12"/>
          <p:cNvSpPr txBox="1"/>
          <p:nvPr/>
        </p:nvSpPr>
        <p:spPr>
          <a:xfrm>
            <a:off x="4686349" y="3233842"/>
            <a:ext cx="8159102" cy="3605940"/>
          </a:xfrm>
          <a:prstGeom prst="rect">
            <a:avLst/>
          </a:prstGeom>
        </p:spPr>
        <p:txBody>
          <a:bodyPr lIns="0" tIns="0" rIns="0" bIns="0" rtlCol="0" anchor="t">
            <a:spAutoFit/>
          </a:bodyPr>
          <a:lstStyle/>
          <a:p>
            <a:pPr algn="ctr">
              <a:lnSpc>
                <a:spcPts val="12620"/>
              </a:lnSpc>
            </a:pPr>
            <a:r>
              <a:rPr lang="en-US" sz="14675">
                <a:solidFill>
                  <a:srgbClr val="000000"/>
                </a:solidFill>
                <a:latin typeface="Mak"/>
                <a:ea typeface="Mak"/>
                <a:cs typeface="Mak"/>
                <a:sym typeface="Mak"/>
              </a:rPr>
              <a:t>Budget</a:t>
            </a:r>
            <a:endParaRPr lang="en-US" sz="14675">
              <a:solidFill>
                <a:srgbClr val="000000"/>
              </a:solidFill>
              <a:latin typeface="Mak"/>
              <a:ea typeface="Mak"/>
              <a:cs typeface="Mak"/>
              <a:sym typeface="Mak"/>
            </a:endParaRPr>
          </a:p>
          <a:p>
            <a:pPr algn="ctr">
              <a:lnSpc>
                <a:spcPts val="12620"/>
              </a:lnSpc>
            </a:pPr>
            <a:r>
              <a:rPr lang="en-US" sz="14675">
                <a:solidFill>
                  <a:srgbClr val="000000"/>
                </a:solidFill>
                <a:latin typeface="Mak"/>
                <a:ea typeface="Mak"/>
                <a:cs typeface="Mak"/>
                <a:sym typeface="Mak"/>
              </a:rPr>
              <a:t>Line</a:t>
            </a:r>
            <a:endParaRPr lang="en-US" sz="14675">
              <a:solidFill>
                <a:srgbClr val="000000"/>
              </a:solidFill>
              <a:latin typeface="Mak"/>
              <a:ea typeface="Mak"/>
              <a:cs typeface="Mak"/>
              <a:sym typeface="Mak"/>
            </a:endParaRPr>
          </a:p>
        </p:txBody>
      </p:sp>
      <p:sp>
        <p:nvSpPr>
          <p:cNvPr id="13" name="Freeform 13"/>
          <p:cNvSpPr/>
          <p:nvPr/>
        </p:nvSpPr>
        <p:spPr>
          <a:xfrm>
            <a:off x="3435971" y="2005258"/>
            <a:ext cx="3716471" cy="6276484"/>
          </a:xfrm>
          <a:custGeom>
            <a:avLst/>
            <a:gdLst/>
            <a:ahLst/>
            <a:cxnLst/>
            <a:rect l="l" t="t" r="r" b="b"/>
            <a:pathLst>
              <a:path w="3716471" h="6276484">
                <a:moveTo>
                  <a:pt x="0" y="0"/>
                </a:moveTo>
                <a:lnTo>
                  <a:pt x="3716471" y="0"/>
                </a:lnTo>
                <a:lnTo>
                  <a:pt x="3716471" y="6276484"/>
                </a:lnTo>
                <a:lnTo>
                  <a:pt x="0" y="6276484"/>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4" name="Freeform 14"/>
          <p:cNvSpPr/>
          <p:nvPr/>
        </p:nvSpPr>
        <p:spPr>
          <a:xfrm flipH="1">
            <a:off x="10379359" y="2005258"/>
            <a:ext cx="3716471" cy="6276484"/>
          </a:xfrm>
          <a:custGeom>
            <a:avLst/>
            <a:gdLst/>
            <a:ahLst/>
            <a:cxnLst/>
            <a:rect l="l" t="t" r="r" b="b"/>
            <a:pathLst>
              <a:path w="3716471" h="6276484">
                <a:moveTo>
                  <a:pt x="3716471" y="0"/>
                </a:moveTo>
                <a:lnTo>
                  <a:pt x="0" y="0"/>
                </a:lnTo>
                <a:lnTo>
                  <a:pt x="0" y="6276484"/>
                </a:lnTo>
                <a:lnTo>
                  <a:pt x="3716471" y="6276484"/>
                </a:lnTo>
                <a:lnTo>
                  <a:pt x="3716471"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5" name="Freeform 15"/>
          <p:cNvSpPr/>
          <p:nvPr/>
        </p:nvSpPr>
        <p:spPr>
          <a:xfrm>
            <a:off x="13339631" y="3099939"/>
            <a:ext cx="1512398" cy="4545460"/>
          </a:xfrm>
          <a:custGeom>
            <a:avLst/>
            <a:gdLst/>
            <a:ahLst/>
            <a:cxnLst/>
            <a:rect l="l" t="t" r="r" b="b"/>
            <a:pathLst>
              <a:path w="1512398" h="4545460">
                <a:moveTo>
                  <a:pt x="0" y="0"/>
                </a:moveTo>
                <a:lnTo>
                  <a:pt x="1512398" y="0"/>
                </a:lnTo>
                <a:lnTo>
                  <a:pt x="1512398" y="4545459"/>
                </a:lnTo>
                <a:lnTo>
                  <a:pt x="0" y="4545459"/>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6" name="TextBox 16"/>
          <p:cNvSpPr txBox="1"/>
          <p:nvPr/>
        </p:nvSpPr>
        <p:spPr>
          <a:xfrm>
            <a:off x="4987521" y="6392344"/>
            <a:ext cx="7556758" cy="870067"/>
          </a:xfrm>
          <a:prstGeom prst="rect">
            <a:avLst/>
          </a:prstGeom>
        </p:spPr>
        <p:txBody>
          <a:bodyPr lIns="0" tIns="0" rIns="0" bIns="0" rtlCol="0" anchor="t">
            <a:spAutoFit/>
          </a:bodyPr>
          <a:lstStyle/>
          <a:p>
            <a:pPr algn="ctr">
              <a:lnSpc>
                <a:spcPts val="7115"/>
              </a:lnSpc>
            </a:pPr>
            <a:r>
              <a:rPr lang="en-US" sz="5080">
                <a:solidFill>
                  <a:srgbClr val="000000"/>
                </a:solidFill>
                <a:latin typeface="Glass Antiqua" panose="02000506000000020004"/>
                <a:ea typeface="Glass Antiqua" panose="02000506000000020004"/>
                <a:cs typeface="Glass Antiqua" panose="02000506000000020004"/>
                <a:sym typeface="Glass Antiqua" panose="02000506000000020004"/>
              </a:rPr>
              <a:t>By Safalta Shrestha</a:t>
            </a:r>
            <a:endParaRPr lang="en-US" sz="5080">
              <a:solidFill>
                <a:srgbClr val="000000"/>
              </a:solidFill>
              <a:latin typeface="Glass Antiqua" panose="02000506000000020004"/>
              <a:ea typeface="Glass Antiqua" panose="02000506000000020004"/>
              <a:cs typeface="Glass Antiqua" panose="02000506000000020004"/>
              <a:sym typeface="Glass Antiqua" panose="020005060000000200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3111" b="-13111"/>
            </a:stretch>
          </a:blipFill>
        </p:spPr>
      </p:sp>
      <p:sp>
        <p:nvSpPr>
          <p:cNvPr id="3" name="Freeform 3"/>
          <p:cNvSpPr/>
          <p:nvPr/>
        </p:nvSpPr>
        <p:spPr>
          <a:xfrm>
            <a:off x="14161312" y="-702184"/>
            <a:ext cx="4372111" cy="3306906"/>
          </a:xfrm>
          <a:custGeom>
            <a:avLst/>
            <a:gdLst/>
            <a:ahLst/>
            <a:cxnLst/>
            <a:rect l="l" t="t" r="r" b="b"/>
            <a:pathLst>
              <a:path w="4372111" h="3306906">
                <a:moveTo>
                  <a:pt x="0" y="0"/>
                </a:moveTo>
                <a:lnTo>
                  <a:pt x="4372111" y="0"/>
                </a:lnTo>
                <a:lnTo>
                  <a:pt x="4372111" y="3306906"/>
                </a:lnTo>
                <a:lnTo>
                  <a:pt x="0" y="3306906"/>
                </a:lnTo>
                <a:lnTo>
                  <a:pt x="0" y="0"/>
                </a:lnTo>
                <a:close/>
              </a:path>
            </a:pathLst>
          </a:custGeom>
          <a:blipFill>
            <a:blip r:embed="rId2">
              <a:alphaModFix amt="42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1758097" y="5678057"/>
            <a:ext cx="7135220" cy="6330886"/>
          </a:xfrm>
          <a:custGeom>
            <a:avLst/>
            <a:gdLst/>
            <a:ahLst/>
            <a:cxnLst/>
            <a:rect l="l" t="t" r="r" b="b"/>
            <a:pathLst>
              <a:path w="7135220" h="6330886">
                <a:moveTo>
                  <a:pt x="0" y="0"/>
                </a:moveTo>
                <a:lnTo>
                  <a:pt x="7135220" y="0"/>
                </a:lnTo>
                <a:lnTo>
                  <a:pt x="7135220" y="6330887"/>
                </a:lnTo>
                <a:lnTo>
                  <a:pt x="0" y="6330887"/>
                </a:lnTo>
                <a:lnTo>
                  <a:pt x="0" y="0"/>
                </a:lnTo>
                <a:close/>
              </a:path>
            </a:pathLst>
          </a:custGeom>
          <a:blipFill>
            <a:blip r:embed="rId4">
              <a:alphaModFix amt="65999"/>
              <a:extLst>
                <a:ext uri="{96DAC541-7B7A-43D3-8B79-37D633B846F1}">
                  <asvg:svgBlip xmlns:asvg="http://schemas.microsoft.com/office/drawing/2016/SVG/main" r:embed="rId5"/>
                </a:ext>
              </a:extLst>
            </a:blip>
            <a:stretch>
              <a:fillRect/>
            </a:stretch>
          </a:blipFill>
        </p:spPr>
      </p:sp>
      <p:sp>
        <p:nvSpPr>
          <p:cNvPr id="5" name="Freeform 5"/>
          <p:cNvSpPr/>
          <p:nvPr/>
        </p:nvSpPr>
        <p:spPr>
          <a:xfrm>
            <a:off x="-754483" y="-1363553"/>
            <a:ext cx="6803544" cy="6147930"/>
          </a:xfrm>
          <a:custGeom>
            <a:avLst/>
            <a:gdLst/>
            <a:ahLst/>
            <a:cxnLst/>
            <a:rect l="l" t="t" r="r" b="b"/>
            <a:pathLst>
              <a:path w="6803544" h="6147930">
                <a:moveTo>
                  <a:pt x="0" y="0"/>
                </a:moveTo>
                <a:lnTo>
                  <a:pt x="6803544" y="0"/>
                </a:lnTo>
                <a:lnTo>
                  <a:pt x="6803544" y="6147930"/>
                </a:lnTo>
                <a:lnTo>
                  <a:pt x="0" y="6147930"/>
                </a:lnTo>
                <a:lnTo>
                  <a:pt x="0" y="0"/>
                </a:lnTo>
                <a:close/>
              </a:path>
            </a:pathLst>
          </a:custGeom>
          <a:blipFill>
            <a:blip r:embed="rId6">
              <a:alphaModFix amt="58000"/>
              <a:extLst>
                <a:ext uri="{96DAC541-7B7A-43D3-8B79-37D633B846F1}">
                  <asvg:svgBlip xmlns:asvg="http://schemas.microsoft.com/office/drawing/2016/SVG/main" r:embed="rId7"/>
                </a:ext>
              </a:extLst>
            </a:blip>
            <a:stretch>
              <a:fillRect/>
            </a:stretch>
          </a:blipFill>
        </p:spPr>
      </p:sp>
      <p:sp>
        <p:nvSpPr>
          <p:cNvPr id="6" name="Freeform 6"/>
          <p:cNvSpPr/>
          <p:nvPr/>
        </p:nvSpPr>
        <p:spPr>
          <a:xfrm rot="756773">
            <a:off x="15755415" y="1170662"/>
            <a:ext cx="1570143" cy="2442234"/>
          </a:xfrm>
          <a:custGeom>
            <a:avLst/>
            <a:gdLst/>
            <a:ahLst/>
            <a:cxnLst/>
            <a:rect l="l" t="t" r="r" b="b"/>
            <a:pathLst>
              <a:path w="1570143" h="2442234">
                <a:moveTo>
                  <a:pt x="0" y="0"/>
                </a:moveTo>
                <a:lnTo>
                  <a:pt x="1570143" y="0"/>
                </a:lnTo>
                <a:lnTo>
                  <a:pt x="1570143" y="2442234"/>
                </a:lnTo>
                <a:lnTo>
                  <a:pt x="0" y="244223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a:off x="901293" y="6224704"/>
            <a:ext cx="3097441" cy="3808806"/>
          </a:xfrm>
          <a:custGeom>
            <a:avLst/>
            <a:gdLst/>
            <a:ahLst/>
            <a:cxnLst/>
            <a:rect l="l" t="t" r="r" b="b"/>
            <a:pathLst>
              <a:path w="3097441" h="3808806">
                <a:moveTo>
                  <a:pt x="0" y="0"/>
                </a:moveTo>
                <a:lnTo>
                  <a:pt x="3097441" y="0"/>
                </a:lnTo>
                <a:lnTo>
                  <a:pt x="3097441" y="3808806"/>
                </a:lnTo>
                <a:lnTo>
                  <a:pt x="0" y="380880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8" name="Freeform 8"/>
          <p:cNvSpPr/>
          <p:nvPr/>
        </p:nvSpPr>
        <p:spPr>
          <a:xfrm rot="953624" flipH="1" flipV="1">
            <a:off x="-592410" y="8494973"/>
            <a:ext cx="2987406" cy="2259565"/>
          </a:xfrm>
          <a:custGeom>
            <a:avLst/>
            <a:gdLst/>
            <a:ahLst/>
            <a:cxnLst/>
            <a:rect l="l" t="t" r="r" b="b"/>
            <a:pathLst>
              <a:path w="2987406" h="2259565">
                <a:moveTo>
                  <a:pt x="2987405" y="2259565"/>
                </a:moveTo>
                <a:lnTo>
                  <a:pt x="0" y="2259565"/>
                </a:lnTo>
                <a:lnTo>
                  <a:pt x="0" y="0"/>
                </a:lnTo>
                <a:lnTo>
                  <a:pt x="2987405" y="0"/>
                </a:lnTo>
                <a:lnTo>
                  <a:pt x="2987405" y="2259565"/>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rot="0">
            <a:off x="3715503" y="2289627"/>
            <a:ext cx="10100796" cy="5355771"/>
            <a:chOff x="0" y="0"/>
            <a:chExt cx="2408242" cy="1276929"/>
          </a:xfrm>
        </p:grpSpPr>
        <p:sp>
          <p:nvSpPr>
            <p:cNvPr id="10" name="Freeform 10"/>
            <p:cNvSpPr/>
            <p:nvPr/>
          </p:nvSpPr>
          <p:spPr>
            <a:xfrm>
              <a:off x="0" y="0"/>
              <a:ext cx="2408243" cy="1276929"/>
            </a:xfrm>
            <a:custGeom>
              <a:avLst/>
              <a:gdLst/>
              <a:ahLst/>
              <a:cxnLst/>
              <a:rect l="l" t="t" r="r" b="b"/>
              <a:pathLst>
                <a:path w="2408243" h="1276929">
                  <a:moveTo>
                    <a:pt x="0" y="0"/>
                  </a:moveTo>
                  <a:lnTo>
                    <a:pt x="2408243" y="0"/>
                  </a:lnTo>
                  <a:lnTo>
                    <a:pt x="2408243" y="1276929"/>
                  </a:lnTo>
                  <a:lnTo>
                    <a:pt x="0" y="1276929"/>
                  </a:lnTo>
                  <a:close/>
                </a:path>
              </a:pathLst>
            </a:custGeom>
            <a:solidFill>
              <a:srgbClr val="FAE2C5">
                <a:alpha val="72941"/>
              </a:srgbClr>
            </a:solidFill>
          </p:spPr>
        </p:sp>
        <p:sp>
          <p:nvSpPr>
            <p:cNvPr id="11" name="TextBox 11"/>
            <p:cNvSpPr txBox="1"/>
            <p:nvPr/>
          </p:nvSpPr>
          <p:spPr>
            <a:xfrm>
              <a:off x="0" y="-38100"/>
              <a:ext cx="2408242" cy="1315029"/>
            </a:xfrm>
            <a:prstGeom prst="rect">
              <a:avLst/>
            </a:prstGeom>
          </p:spPr>
          <p:txBody>
            <a:bodyPr lIns="50800" tIns="50800" rIns="50800" bIns="50800" rtlCol="0" anchor="ctr"/>
            <a:lstStyle/>
            <a:p>
              <a:pPr algn="ctr">
                <a:lnSpc>
                  <a:spcPts val="2660"/>
                </a:lnSpc>
                <a:spcBef>
                  <a:spcPct val="0"/>
                </a:spcBef>
              </a:pPr>
            </a:p>
          </p:txBody>
        </p:sp>
      </p:grpSp>
      <p:sp>
        <p:nvSpPr>
          <p:cNvPr id="12" name="TextBox 12"/>
          <p:cNvSpPr txBox="1"/>
          <p:nvPr/>
        </p:nvSpPr>
        <p:spPr>
          <a:xfrm>
            <a:off x="6297495" y="2852606"/>
            <a:ext cx="5693009" cy="551815"/>
          </a:xfrm>
          <a:prstGeom prst="rect">
            <a:avLst/>
          </a:prstGeom>
        </p:spPr>
        <p:txBody>
          <a:bodyPr lIns="0" tIns="0" rIns="0" bIns="0" rtlCol="0" anchor="t">
            <a:spAutoFit/>
          </a:bodyPr>
          <a:lstStyle/>
          <a:p>
            <a:pPr algn="ctr">
              <a:lnSpc>
                <a:spcPts val="3440"/>
              </a:lnSpc>
            </a:pPr>
            <a:r>
              <a:rPr lang="en-US" sz="4000" b="1">
                <a:solidFill>
                  <a:srgbClr val="000000"/>
                </a:solidFill>
                <a:latin typeface="Mak Bold"/>
                <a:ea typeface="Mak Bold"/>
                <a:cs typeface="Mak Bold"/>
                <a:sym typeface="Mak Bold"/>
              </a:rPr>
              <a:t>Table of content</a:t>
            </a:r>
            <a:endParaRPr lang="en-US" sz="4000" b="1">
              <a:solidFill>
                <a:srgbClr val="000000"/>
              </a:solidFill>
              <a:latin typeface="Mak Bold"/>
              <a:ea typeface="Mak Bold"/>
              <a:cs typeface="Mak Bold"/>
              <a:sym typeface="Mak Bold"/>
            </a:endParaRPr>
          </a:p>
        </p:txBody>
      </p:sp>
      <p:sp>
        <p:nvSpPr>
          <p:cNvPr id="13" name="Freeform 13"/>
          <p:cNvSpPr/>
          <p:nvPr/>
        </p:nvSpPr>
        <p:spPr>
          <a:xfrm>
            <a:off x="3435971" y="2005258"/>
            <a:ext cx="3716471" cy="6276484"/>
          </a:xfrm>
          <a:custGeom>
            <a:avLst/>
            <a:gdLst/>
            <a:ahLst/>
            <a:cxnLst/>
            <a:rect l="l" t="t" r="r" b="b"/>
            <a:pathLst>
              <a:path w="3716471" h="6276484">
                <a:moveTo>
                  <a:pt x="0" y="0"/>
                </a:moveTo>
                <a:lnTo>
                  <a:pt x="3716471" y="0"/>
                </a:lnTo>
                <a:lnTo>
                  <a:pt x="3716471" y="6276484"/>
                </a:lnTo>
                <a:lnTo>
                  <a:pt x="0" y="6276484"/>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4" name="Freeform 14"/>
          <p:cNvSpPr/>
          <p:nvPr/>
        </p:nvSpPr>
        <p:spPr>
          <a:xfrm flipH="1">
            <a:off x="10379359" y="2005258"/>
            <a:ext cx="3716471" cy="6276484"/>
          </a:xfrm>
          <a:custGeom>
            <a:avLst/>
            <a:gdLst/>
            <a:ahLst/>
            <a:cxnLst/>
            <a:rect l="l" t="t" r="r" b="b"/>
            <a:pathLst>
              <a:path w="3716471" h="6276484">
                <a:moveTo>
                  <a:pt x="3716471" y="0"/>
                </a:moveTo>
                <a:lnTo>
                  <a:pt x="0" y="0"/>
                </a:lnTo>
                <a:lnTo>
                  <a:pt x="0" y="6276484"/>
                </a:lnTo>
                <a:lnTo>
                  <a:pt x="3716471" y="6276484"/>
                </a:lnTo>
                <a:lnTo>
                  <a:pt x="3716471"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5" name="Freeform 15"/>
          <p:cNvSpPr/>
          <p:nvPr/>
        </p:nvSpPr>
        <p:spPr>
          <a:xfrm>
            <a:off x="13339631" y="3099939"/>
            <a:ext cx="1512398" cy="4545460"/>
          </a:xfrm>
          <a:custGeom>
            <a:avLst/>
            <a:gdLst/>
            <a:ahLst/>
            <a:cxnLst/>
            <a:rect l="l" t="t" r="r" b="b"/>
            <a:pathLst>
              <a:path w="1512398" h="4545460">
                <a:moveTo>
                  <a:pt x="0" y="0"/>
                </a:moveTo>
                <a:lnTo>
                  <a:pt x="1512398" y="0"/>
                </a:lnTo>
                <a:lnTo>
                  <a:pt x="1512398" y="4545459"/>
                </a:lnTo>
                <a:lnTo>
                  <a:pt x="0" y="4545459"/>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6" name="TextBox 16"/>
          <p:cNvSpPr txBox="1"/>
          <p:nvPr/>
        </p:nvSpPr>
        <p:spPr>
          <a:xfrm>
            <a:off x="5079902" y="3669133"/>
            <a:ext cx="7602504" cy="3529095"/>
          </a:xfrm>
          <a:prstGeom prst="rect">
            <a:avLst/>
          </a:prstGeom>
        </p:spPr>
        <p:txBody>
          <a:bodyPr lIns="0" tIns="0" rIns="0" bIns="0" rtlCol="0" anchor="t">
            <a:spAutoFit/>
          </a:bodyPr>
          <a:lstStyle/>
          <a:p>
            <a:pPr marL="868680" lvl="1" indent="-434340" algn="ctr">
              <a:lnSpc>
                <a:spcPts val="5635"/>
              </a:lnSpc>
              <a:buFont typeface="Arial" panose="020B0604020202020204"/>
              <a:buChar char="•"/>
            </a:pPr>
            <a:r>
              <a:rPr lang="en-US" sz="4025">
                <a:solidFill>
                  <a:srgbClr val="000000"/>
                </a:solidFill>
                <a:latin typeface="Glass Antiqua" panose="02000506000000020004"/>
                <a:ea typeface="Glass Antiqua" panose="02000506000000020004"/>
                <a:cs typeface="Glass Antiqua" panose="02000506000000020004"/>
                <a:sym typeface="Glass Antiqua" panose="02000506000000020004"/>
              </a:rPr>
              <a:t>Introduction</a:t>
            </a:r>
            <a:endParaRPr lang="en-US" sz="4025">
              <a:solidFill>
                <a:srgbClr val="000000"/>
              </a:solidFill>
              <a:latin typeface="Glass Antiqua" panose="02000506000000020004"/>
              <a:ea typeface="Glass Antiqua" panose="02000506000000020004"/>
              <a:cs typeface="Glass Antiqua" panose="02000506000000020004"/>
              <a:sym typeface="Glass Antiqua" panose="02000506000000020004"/>
            </a:endParaRPr>
          </a:p>
          <a:p>
            <a:pPr marL="868680" lvl="1" indent="-434340" algn="ctr">
              <a:lnSpc>
                <a:spcPts val="5635"/>
              </a:lnSpc>
              <a:buFont typeface="Arial" panose="020B0604020202020204"/>
              <a:buChar char="•"/>
            </a:pPr>
            <a:r>
              <a:rPr lang="en-US" sz="4025">
                <a:solidFill>
                  <a:srgbClr val="000000"/>
                </a:solidFill>
                <a:latin typeface="Glass Antiqua" panose="02000506000000020004"/>
                <a:ea typeface="Glass Antiqua" panose="02000506000000020004"/>
                <a:cs typeface="Glass Antiqua" panose="02000506000000020004"/>
                <a:sym typeface="Glass Antiqua" panose="02000506000000020004"/>
              </a:rPr>
              <a:t>Budget line is based on</a:t>
            </a:r>
            <a:endParaRPr lang="en-US" sz="4025">
              <a:solidFill>
                <a:srgbClr val="000000"/>
              </a:solidFill>
              <a:latin typeface="Glass Antiqua" panose="02000506000000020004"/>
              <a:ea typeface="Glass Antiqua" panose="02000506000000020004"/>
              <a:cs typeface="Glass Antiqua" panose="02000506000000020004"/>
              <a:sym typeface="Glass Antiqua" panose="02000506000000020004"/>
            </a:endParaRPr>
          </a:p>
          <a:p>
            <a:pPr marL="868680" lvl="1" indent="-434340" algn="ctr">
              <a:lnSpc>
                <a:spcPts val="5635"/>
              </a:lnSpc>
              <a:buFont typeface="Arial" panose="020B0604020202020204"/>
              <a:buChar char="•"/>
            </a:pPr>
            <a:r>
              <a:rPr lang="en-US" sz="4025">
                <a:solidFill>
                  <a:srgbClr val="000000"/>
                </a:solidFill>
                <a:latin typeface="Glass Antiqua" panose="02000506000000020004"/>
                <a:ea typeface="Glass Antiqua" panose="02000506000000020004"/>
                <a:cs typeface="Glass Antiqua" panose="02000506000000020004"/>
                <a:sym typeface="Glass Antiqua" panose="02000506000000020004"/>
              </a:rPr>
              <a:t>Slope of Budget Line</a:t>
            </a:r>
            <a:endParaRPr lang="en-US" sz="4025">
              <a:solidFill>
                <a:srgbClr val="000000"/>
              </a:solidFill>
              <a:latin typeface="Glass Antiqua" panose="02000506000000020004"/>
              <a:ea typeface="Glass Antiqua" panose="02000506000000020004"/>
              <a:cs typeface="Glass Antiqua" panose="02000506000000020004"/>
              <a:sym typeface="Glass Antiqua" panose="02000506000000020004"/>
            </a:endParaRPr>
          </a:p>
          <a:p>
            <a:pPr marL="868680" lvl="1" indent="-434340" algn="ctr">
              <a:lnSpc>
                <a:spcPts val="5635"/>
              </a:lnSpc>
              <a:buFont typeface="Arial" panose="020B0604020202020204"/>
              <a:buChar char="•"/>
            </a:pPr>
            <a:r>
              <a:rPr lang="en-US" sz="4025">
                <a:solidFill>
                  <a:srgbClr val="000000"/>
                </a:solidFill>
                <a:latin typeface="Glass Antiqua" panose="02000506000000020004"/>
                <a:ea typeface="Glass Antiqua" panose="02000506000000020004"/>
                <a:cs typeface="Glass Antiqua" panose="02000506000000020004"/>
                <a:sym typeface="Glass Antiqua" panose="02000506000000020004"/>
              </a:rPr>
              <a:t>Swing and Shift in Budget Line</a:t>
            </a:r>
            <a:endParaRPr lang="en-US" sz="4025">
              <a:solidFill>
                <a:srgbClr val="000000"/>
              </a:solidFill>
              <a:latin typeface="Glass Antiqua" panose="02000506000000020004"/>
              <a:ea typeface="Glass Antiqua" panose="02000506000000020004"/>
              <a:cs typeface="Glass Antiqua" panose="02000506000000020004"/>
              <a:sym typeface="Glass Antiqua" panose="02000506000000020004"/>
            </a:endParaRPr>
          </a:p>
          <a:p>
            <a:pPr marL="868680" lvl="1" indent="-434340" algn="ctr">
              <a:lnSpc>
                <a:spcPts val="5635"/>
              </a:lnSpc>
              <a:buFont typeface="Arial" panose="020B0604020202020204"/>
              <a:buChar char="•"/>
            </a:pPr>
            <a:r>
              <a:rPr lang="en-US" sz="4025">
                <a:solidFill>
                  <a:srgbClr val="000000"/>
                </a:solidFill>
                <a:latin typeface="Glass Antiqua" panose="02000506000000020004"/>
                <a:ea typeface="Glass Antiqua" panose="02000506000000020004"/>
                <a:cs typeface="Glass Antiqua" panose="02000506000000020004"/>
                <a:sym typeface="Glass Antiqua" panose="02000506000000020004"/>
              </a:rPr>
              <a:t>Conclusion</a:t>
            </a:r>
            <a:endParaRPr lang="en-US" sz="4025">
              <a:solidFill>
                <a:srgbClr val="000000"/>
              </a:solidFill>
              <a:latin typeface="Glass Antiqua" panose="02000506000000020004"/>
              <a:ea typeface="Glass Antiqua" panose="02000506000000020004"/>
              <a:cs typeface="Glass Antiqua" panose="02000506000000020004"/>
              <a:sym typeface="Glass Antiqua" panose="020005060000000200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3111" b="-13111"/>
            </a:stretch>
          </a:blipFill>
        </p:spPr>
      </p:sp>
      <p:sp>
        <p:nvSpPr>
          <p:cNvPr id="3" name="Freeform 3"/>
          <p:cNvSpPr/>
          <p:nvPr/>
        </p:nvSpPr>
        <p:spPr>
          <a:xfrm>
            <a:off x="14161312" y="-702184"/>
            <a:ext cx="4372111" cy="3306906"/>
          </a:xfrm>
          <a:custGeom>
            <a:avLst/>
            <a:gdLst/>
            <a:ahLst/>
            <a:cxnLst/>
            <a:rect l="l" t="t" r="r" b="b"/>
            <a:pathLst>
              <a:path w="4372111" h="3306906">
                <a:moveTo>
                  <a:pt x="0" y="0"/>
                </a:moveTo>
                <a:lnTo>
                  <a:pt x="4372111" y="0"/>
                </a:lnTo>
                <a:lnTo>
                  <a:pt x="4372111" y="3306906"/>
                </a:lnTo>
                <a:lnTo>
                  <a:pt x="0" y="3306906"/>
                </a:lnTo>
                <a:lnTo>
                  <a:pt x="0" y="0"/>
                </a:lnTo>
                <a:close/>
              </a:path>
            </a:pathLst>
          </a:custGeom>
          <a:blipFill>
            <a:blip r:embed="rId2">
              <a:alphaModFix amt="42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1758097" y="5678057"/>
            <a:ext cx="7135220" cy="6330886"/>
          </a:xfrm>
          <a:custGeom>
            <a:avLst/>
            <a:gdLst/>
            <a:ahLst/>
            <a:cxnLst/>
            <a:rect l="l" t="t" r="r" b="b"/>
            <a:pathLst>
              <a:path w="7135220" h="6330886">
                <a:moveTo>
                  <a:pt x="0" y="0"/>
                </a:moveTo>
                <a:lnTo>
                  <a:pt x="7135220" y="0"/>
                </a:lnTo>
                <a:lnTo>
                  <a:pt x="7135220" y="6330887"/>
                </a:lnTo>
                <a:lnTo>
                  <a:pt x="0" y="6330887"/>
                </a:lnTo>
                <a:lnTo>
                  <a:pt x="0" y="0"/>
                </a:lnTo>
                <a:close/>
              </a:path>
            </a:pathLst>
          </a:custGeom>
          <a:blipFill>
            <a:blip r:embed="rId4">
              <a:alphaModFix amt="65999"/>
              <a:extLst>
                <a:ext uri="{96DAC541-7B7A-43D3-8B79-37D633B846F1}">
                  <asvg:svgBlip xmlns:asvg="http://schemas.microsoft.com/office/drawing/2016/SVG/main" r:embed="rId5"/>
                </a:ext>
              </a:extLst>
            </a:blip>
            <a:stretch>
              <a:fillRect/>
            </a:stretch>
          </a:blipFill>
        </p:spPr>
      </p:sp>
      <p:sp>
        <p:nvSpPr>
          <p:cNvPr id="5" name="Freeform 5"/>
          <p:cNvSpPr/>
          <p:nvPr/>
        </p:nvSpPr>
        <p:spPr>
          <a:xfrm>
            <a:off x="-754483" y="-1363553"/>
            <a:ext cx="6803544" cy="6147930"/>
          </a:xfrm>
          <a:custGeom>
            <a:avLst/>
            <a:gdLst/>
            <a:ahLst/>
            <a:cxnLst/>
            <a:rect l="l" t="t" r="r" b="b"/>
            <a:pathLst>
              <a:path w="6803544" h="6147930">
                <a:moveTo>
                  <a:pt x="0" y="0"/>
                </a:moveTo>
                <a:lnTo>
                  <a:pt x="6803544" y="0"/>
                </a:lnTo>
                <a:lnTo>
                  <a:pt x="6803544" y="6147930"/>
                </a:lnTo>
                <a:lnTo>
                  <a:pt x="0" y="6147930"/>
                </a:lnTo>
                <a:lnTo>
                  <a:pt x="0" y="0"/>
                </a:lnTo>
                <a:close/>
              </a:path>
            </a:pathLst>
          </a:custGeom>
          <a:blipFill>
            <a:blip r:embed="rId6">
              <a:alphaModFix amt="58000"/>
              <a:extLst>
                <a:ext uri="{96DAC541-7B7A-43D3-8B79-37D633B846F1}">
                  <asvg:svgBlip xmlns:asvg="http://schemas.microsoft.com/office/drawing/2016/SVG/main" r:embed="rId7"/>
                </a:ext>
              </a:extLst>
            </a:blip>
            <a:stretch>
              <a:fillRect/>
            </a:stretch>
          </a:blipFill>
        </p:spPr>
      </p:sp>
      <p:grpSp>
        <p:nvGrpSpPr>
          <p:cNvPr id="6" name="Group 6"/>
          <p:cNvGrpSpPr/>
          <p:nvPr/>
        </p:nvGrpSpPr>
        <p:grpSpPr>
          <a:xfrm rot="0">
            <a:off x="842291" y="1028700"/>
            <a:ext cx="16603419" cy="8229600"/>
            <a:chOff x="0" y="0"/>
            <a:chExt cx="4372917" cy="2167467"/>
          </a:xfrm>
        </p:grpSpPr>
        <p:sp>
          <p:nvSpPr>
            <p:cNvPr id="7" name="Freeform 7"/>
            <p:cNvSpPr/>
            <p:nvPr/>
          </p:nvSpPr>
          <p:spPr>
            <a:xfrm>
              <a:off x="0" y="0"/>
              <a:ext cx="4372917" cy="2167467"/>
            </a:xfrm>
            <a:custGeom>
              <a:avLst/>
              <a:gdLst/>
              <a:ahLst/>
              <a:cxnLst/>
              <a:rect l="l" t="t" r="r" b="b"/>
              <a:pathLst>
                <a:path w="4372917" h="2167467">
                  <a:moveTo>
                    <a:pt x="0" y="0"/>
                  </a:moveTo>
                  <a:lnTo>
                    <a:pt x="4372917" y="0"/>
                  </a:lnTo>
                  <a:lnTo>
                    <a:pt x="4372917" y="2167467"/>
                  </a:lnTo>
                  <a:lnTo>
                    <a:pt x="0" y="2167467"/>
                  </a:lnTo>
                  <a:close/>
                </a:path>
              </a:pathLst>
            </a:custGeom>
            <a:solidFill>
              <a:srgbClr val="FAE2C5">
                <a:alpha val="72941"/>
              </a:srgbClr>
            </a:solidFill>
          </p:spPr>
        </p:sp>
        <p:sp>
          <p:nvSpPr>
            <p:cNvPr id="8" name="TextBox 8"/>
            <p:cNvSpPr txBox="1"/>
            <p:nvPr/>
          </p:nvSpPr>
          <p:spPr>
            <a:xfrm>
              <a:off x="0" y="-38100"/>
              <a:ext cx="4372917" cy="2205567"/>
            </a:xfrm>
            <a:prstGeom prst="rect">
              <a:avLst/>
            </a:prstGeom>
          </p:spPr>
          <p:txBody>
            <a:bodyPr lIns="50800" tIns="50800" rIns="50800" bIns="50800" rtlCol="0" anchor="ctr"/>
            <a:lstStyle/>
            <a:p>
              <a:pPr algn="just">
                <a:lnSpc>
                  <a:spcPts val="2660"/>
                </a:lnSpc>
                <a:spcBef>
                  <a:spcPct val="0"/>
                </a:spcBef>
              </a:pPr>
            </a:p>
          </p:txBody>
        </p:sp>
      </p:grpSp>
      <p:sp>
        <p:nvSpPr>
          <p:cNvPr id="9" name="Freeform 9"/>
          <p:cNvSpPr/>
          <p:nvPr/>
        </p:nvSpPr>
        <p:spPr>
          <a:xfrm rot="953624" flipH="1" flipV="1">
            <a:off x="-592410" y="8494973"/>
            <a:ext cx="2987406" cy="2259565"/>
          </a:xfrm>
          <a:custGeom>
            <a:avLst/>
            <a:gdLst/>
            <a:ahLst/>
            <a:cxnLst/>
            <a:rect l="l" t="t" r="r" b="b"/>
            <a:pathLst>
              <a:path w="2987406" h="2259565">
                <a:moveTo>
                  <a:pt x="2987405" y="2259565"/>
                </a:moveTo>
                <a:lnTo>
                  <a:pt x="0" y="2259565"/>
                </a:lnTo>
                <a:lnTo>
                  <a:pt x="0" y="0"/>
                </a:lnTo>
                <a:lnTo>
                  <a:pt x="2987405" y="0"/>
                </a:lnTo>
                <a:lnTo>
                  <a:pt x="2987405" y="225956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a:off x="433944" y="546371"/>
            <a:ext cx="5444162" cy="9194258"/>
          </a:xfrm>
          <a:custGeom>
            <a:avLst/>
            <a:gdLst/>
            <a:ahLst/>
            <a:cxnLst/>
            <a:rect l="l" t="t" r="r" b="b"/>
            <a:pathLst>
              <a:path w="5444162" h="9194258">
                <a:moveTo>
                  <a:pt x="0" y="0"/>
                </a:moveTo>
                <a:lnTo>
                  <a:pt x="5444162" y="0"/>
                </a:lnTo>
                <a:lnTo>
                  <a:pt x="5444162" y="9194258"/>
                </a:lnTo>
                <a:lnTo>
                  <a:pt x="0" y="919425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Freeform 11"/>
          <p:cNvSpPr/>
          <p:nvPr/>
        </p:nvSpPr>
        <p:spPr>
          <a:xfrm flipH="1">
            <a:off x="12428691" y="597103"/>
            <a:ext cx="5444162" cy="9194258"/>
          </a:xfrm>
          <a:custGeom>
            <a:avLst/>
            <a:gdLst/>
            <a:ahLst/>
            <a:cxnLst/>
            <a:rect l="l" t="t" r="r" b="b"/>
            <a:pathLst>
              <a:path w="5444162" h="9194258">
                <a:moveTo>
                  <a:pt x="5444162" y="0"/>
                </a:moveTo>
                <a:lnTo>
                  <a:pt x="0" y="0"/>
                </a:lnTo>
                <a:lnTo>
                  <a:pt x="0" y="9194258"/>
                </a:lnTo>
                <a:lnTo>
                  <a:pt x="5444162" y="9194258"/>
                </a:lnTo>
                <a:lnTo>
                  <a:pt x="5444162"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TextBox 12"/>
          <p:cNvSpPr txBox="1"/>
          <p:nvPr/>
        </p:nvSpPr>
        <p:spPr>
          <a:xfrm>
            <a:off x="1855451" y="3544775"/>
            <a:ext cx="14577098" cy="5026660"/>
          </a:xfrm>
          <a:prstGeom prst="rect">
            <a:avLst/>
          </a:prstGeom>
        </p:spPr>
        <p:txBody>
          <a:bodyPr lIns="0" tIns="0" rIns="0" bIns="0" rtlCol="0" anchor="t">
            <a:spAutoFit/>
          </a:bodyPr>
          <a:lstStyle/>
          <a:p>
            <a:pPr marL="755650" lvl="1" indent="-377825" algn="l">
              <a:lnSpc>
                <a:spcPts val="4900"/>
              </a:lnSpc>
              <a:buFont typeface="Arial" panose="020B0604020202020204"/>
              <a:buChar char="•"/>
            </a:pPr>
            <a:r>
              <a:rPr lang="en-US" sz="3500">
                <a:solidFill>
                  <a:srgbClr val="000000"/>
                </a:solidFill>
                <a:latin typeface="Glass Antiqua" panose="02000506000000020004"/>
                <a:ea typeface="Glass Antiqua" panose="02000506000000020004"/>
                <a:cs typeface="Glass Antiqua" panose="02000506000000020004"/>
                <a:sym typeface="Glass Antiqua" panose="02000506000000020004"/>
              </a:rPr>
              <a:t>The budget line is the locus of different combinations of two goods which a consumer can purchase by spending his/her given money income and market prices.</a:t>
            </a:r>
            <a:endParaRPr lang="en-US" sz="3500">
              <a:solidFill>
                <a:srgbClr val="000000"/>
              </a:solidFill>
              <a:latin typeface="Glass Antiqua" panose="02000506000000020004"/>
              <a:ea typeface="Glass Antiqua" panose="02000506000000020004"/>
              <a:cs typeface="Glass Antiqua" panose="02000506000000020004"/>
              <a:sym typeface="Glass Antiqua" panose="02000506000000020004"/>
            </a:endParaRPr>
          </a:p>
          <a:p>
            <a:pPr marL="755650" lvl="1" indent="-377825" algn="l">
              <a:lnSpc>
                <a:spcPts val="4900"/>
              </a:lnSpc>
              <a:buFont typeface="Arial" panose="020B0604020202020204"/>
              <a:buChar char="•"/>
            </a:pPr>
            <a:r>
              <a:rPr lang="en-US" sz="3500">
                <a:solidFill>
                  <a:srgbClr val="000000"/>
                </a:solidFill>
                <a:latin typeface="Glass Antiqua" panose="02000506000000020004"/>
                <a:ea typeface="Glass Antiqua" panose="02000506000000020004"/>
                <a:cs typeface="Glass Antiqua" panose="02000506000000020004"/>
                <a:sym typeface="Glass Antiqua" panose="02000506000000020004"/>
              </a:rPr>
              <a:t>Budget line can be presented by a budget equation.                                                       Px*Qx + Py*Qy = M</a:t>
            </a:r>
            <a:endParaRPr lang="en-US" sz="3500">
              <a:solidFill>
                <a:srgbClr val="000000"/>
              </a:solidFill>
              <a:latin typeface="Glass Antiqua" panose="02000506000000020004"/>
              <a:ea typeface="Glass Antiqua" panose="02000506000000020004"/>
              <a:cs typeface="Glass Antiqua" panose="02000506000000020004"/>
              <a:sym typeface="Glass Antiqua" panose="02000506000000020004"/>
            </a:endParaRPr>
          </a:p>
          <a:p>
            <a:pPr algn="l">
              <a:lnSpc>
                <a:spcPts val="4900"/>
              </a:lnSpc>
            </a:pPr>
            <a:r>
              <a:rPr lang="en-US" sz="3500">
                <a:solidFill>
                  <a:srgbClr val="000000"/>
                </a:solidFill>
                <a:latin typeface="Glass Antiqua" panose="02000506000000020004"/>
                <a:ea typeface="Glass Antiqua" panose="02000506000000020004"/>
                <a:cs typeface="Glass Antiqua" panose="02000506000000020004"/>
                <a:sym typeface="Glass Antiqua" panose="02000506000000020004"/>
              </a:rPr>
              <a:t>where, Px=Price of X commodity        </a:t>
            </a:r>
            <a:r>
              <a:rPr lang="en-US" sz="3500">
                <a:solidFill>
                  <a:srgbClr val="000000"/>
                </a:solidFill>
                <a:latin typeface="Glass Antiqua" panose="02000506000000020004"/>
                <a:ea typeface="Glass Antiqua" panose="02000506000000020004"/>
                <a:cs typeface="Glass Antiqua" panose="02000506000000020004"/>
                <a:sym typeface="Glass Antiqua" panose="02000506000000020004"/>
              </a:rPr>
              <a:t> Qx =Quantity of X commodity</a:t>
            </a:r>
            <a:endParaRPr lang="en-US" sz="3500">
              <a:solidFill>
                <a:srgbClr val="000000"/>
              </a:solidFill>
              <a:latin typeface="Glass Antiqua" panose="02000506000000020004"/>
              <a:ea typeface="Glass Antiqua" panose="02000506000000020004"/>
              <a:cs typeface="Glass Antiqua" panose="02000506000000020004"/>
              <a:sym typeface="Glass Antiqua" panose="02000506000000020004"/>
            </a:endParaRPr>
          </a:p>
          <a:p>
            <a:pPr algn="l">
              <a:lnSpc>
                <a:spcPts val="4900"/>
              </a:lnSpc>
            </a:pPr>
            <a:r>
              <a:rPr lang="en-US" sz="3500">
                <a:solidFill>
                  <a:srgbClr val="000000"/>
                </a:solidFill>
                <a:latin typeface="Glass Antiqua" panose="02000506000000020004"/>
                <a:ea typeface="Glass Antiqua" panose="02000506000000020004"/>
                <a:cs typeface="Glass Antiqua" panose="02000506000000020004"/>
                <a:sym typeface="Glass Antiqua" panose="02000506000000020004"/>
              </a:rPr>
              <a:t>          Py=Price of Y commodity          Qy =Quantity of Y commodity</a:t>
            </a:r>
            <a:endParaRPr lang="en-US" sz="3500">
              <a:solidFill>
                <a:srgbClr val="000000"/>
              </a:solidFill>
              <a:latin typeface="Glass Antiqua" panose="02000506000000020004"/>
              <a:ea typeface="Glass Antiqua" panose="02000506000000020004"/>
              <a:cs typeface="Glass Antiqua" panose="02000506000000020004"/>
              <a:sym typeface="Glass Antiqua" panose="02000506000000020004"/>
            </a:endParaRPr>
          </a:p>
          <a:p>
            <a:pPr algn="l">
              <a:lnSpc>
                <a:spcPts val="4900"/>
              </a:lnSpc>
            </a:pPr>
            <a:r>
              <a:rPr lang="en-US" sz="3500">
                <a:solidFill>
                  <a:srgbClr val="000000"/>
                </a:solidFill>
                <a:latin typeface="Glass Antiqua" panose="02000506000000020004"/>
                <a:ea typeface="Glass Antiqua" panose="02000506000000020004"/>
                <a:cs typeface="Glass Antiqua" panose="02000506000000020004"/>
                <a:sym typeface="Glass Antiqua" panose="02000506000000020004"/>
              </a:rPr>
              <a:t>          M= Money income(Budget)</a:t>
            </a:r>
            <a:endParaRPr lang="en-US" sz="3500">
              <a:solidFill>
                <a:srgbClr val="000000"/>
              </a:solidFill>
              <a:latin typeface="Glass Antiqua" panose="02000506000000020004"/>
              <a:ea typeface="Glass Antiqua" panose="02000506000000020004"/>
              <a:cs typeface="Glass Antiqua" panose="02000506000000020004"/>
              <a:sym typeface="Glass Antiqua" panose="02000506000000020004"/>
            </a:endParaRPr>
          </a:p>
        </p:txBody>
      </p:sp>
      <p:sp>
        <p:nvSpPr>
          <p:cNvPr id="13" name="TextBox 13"/>
          <p:cNvSpPr txBox="1"/>
          <p:nvPr/>
        </p:nvSpPr>
        <p:spPr>
          <a:xfrm>
            <a:off x="4453192" y="1789537"/>
            <a:ext cx="9381616" cy="1516071"/>
          </a:xfrm>
          <a:prstGeom prst="rect">
            <a:avLst/>
          </a:prstGeom>
        </p:spPr>
        <p:txBody>
          <a:bodyPr lIns="0" tIns="0" rIns="0" bIns="0" rtlCol="0" anchor="t">
            <a:spAutoFit/>
          </a:bodyPr>
          <a:lstStyle/>
          <a:p>
            <a:pPr algn="ctr">
              <a:lnSpc>
                <a:spcPts val="10695"/>
              </a:lnSpc>
            </a:pPr>
            <a:r>
              <a:rPr lang="en-US" sz="9220" b="1">
                <a:solidFill>
                  <a:srgbClr val="000000"/>
                </a:solidFill>
                <a:latin typeface="Mak Bold"/>
                <a:ea typeface="Mak Bold"/>
                <a:cs typeface="Mak Bold"/>
                <a:sym typeface="Mak Bold"/>
              </a:rPr>
              <a:t>Introduction</a:t>
            </a:r>
            <a:endParaRPr lang="en-US" sz="9220" b="1">
              <a:solidFill>
                <a:srgbClr val="000000"/>
              </a:solidFill>
              <a:latin typeface="Mak Bold"/>
              <a:ea typeface="Mak Bold"/>
              <a:cs typeface="Mak Bold"/>
              <a:sym typeface="Mak 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3111" b="-13111"/>
            </a:stretch>
          </a:blipFill>
        </p:spPr>
      </p:sp>
      <p:sp>
        <p:nvSpPr>
          <p:cNvPr id="3" name="Freeform 3"/>
          <p:cNvSpPr/>
          <p:nvPr/>
        </p:nvSpPr>
        <p:spPr>
          <a:xfrm>
            <a:off x="14161312" y="-702184"/>
            <a:ext cx="4372111" cy="3306906"/>
          </a:xfrm>
          <a:custGeom>
            <a:avLst/>
            <a:gdLst/>
            <a:ahLst/>
            <a:cxnLst/>
            <a:rect l="l" t="t" r="r" b="b"/>
            <a:pathLst>
              <a:path w="4372111" h="3306906">
                <a:moveTo>
                  <a:pt x="0" y="0"/>
                </a:moveTo>
                <a:lnTo>
                  <a:pt x="4372111" y="0"/>
                </a:lnTo>
                <a:lnTo>
                  <a:pt x="4372111" y="3306906"/>
                </a:lnTo>
                <a:lnTo>
                  <a:pt x="0" y="3306906"/>
                </a:lnTo>
                <a:lnTo>
                  <a:pt x="0" y="0"/>
                </a:lnTo>
                <a:close/>
              </a:path>
            </a:pathLst>
          </a:custGeom>
          <a:blipFill>
            <a:blip r:embed="rId2">
              <a:alphaModFix amt="42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1758097" y="5678057"/>
            <a:ext cx="7135220" cy="6330886"/>
          </a:xfrm>
          <a:custGeom>
            <a:avLst/>
            <a:gdLst/>
            <a:ahLst/>
            <a:cxnLst/>
            <a:rect l="l" t="t" r="r" b="b"/>
            <a:pathLst>
              <a:path w="7135220" h="6330886">
                <a:moveTo>
                  <a:pt x="0" y="0"/>
                </a:moveTo>
                <a:lnTo>
                  <a:pt x="7135220" y="0"/>
                </a:lnTo>
                <a:lnTo>
                  <a:pt x="7135220" y="6330887"/>
                </a:lnTo>
                <a:lnTo>
                  <a:pt x="0" y="6330887"/>
                </a:lnTo>
                <a:lnTo>
                  <a:pt x="0" y="0"/>
                </a:lnTo>
                <a:close/>
              </a:path>
            </a:pathLst>
          </a:custGeom>
          <a:blipFill>
            <a:blip r:embed="rId4">
              <a:alphaModFix amt="65999"/>
              <a:extLst>
                <a:ext uri="{96DAC541-7B7A-43D3-8B79-37D633B846F1}">
                  <asvg:svgBlip xmlns:asvg="http://schemas.microsoft.com/office/drawing/2016/SVG/main" r:embed="rId5"/>
                </a:ext>
              </a:extLst>
            </a:blip>
            <a:stretch>
              <a:fillRect/>
            </a:stretch>
          </a:blipFill>
        </p:spPr>
      </p:sp>
      <p:sp>
        <p:nvSpPr>
          <p:cNvPr id="5" name="Freeform 5"/>
          <p:cNvSpPr/>
          <p:nvPr/>
        </p:nvSpPr>
        <p:spPr>
          <a:xfrm>
            <a:off x="-754483" y="-1363553"/>
            <a:ext cx="6803544" cy="6147930"/>
          </a:xfrm>
          <a:custGeom>
            <a:avLst/>
            <a:gdLst/>
            <a:ahLst/>
            <a:cxnLst/>
            <a:rect l="l" t="t" r="r" b="b"/>
            <a:pathLst>
              <a:path w="6803544" h="6147930">
                <a:moveTo>
                  <a:pt x="0" y="0"/>
                </a:moveTo>
                <a:lnTo>
                  <a:pt x="6803544" y="0"/>
                </a:lnTo>
                <a:lnTo>
                  <a:pt x="6803544" y="6147930"/>
                </a:lnTo>
                <a:lnTo>
                  <a:pt x="0" y="6147930"/>
                </a:lnTo>
                <a:lnTo>
                  <a:pt x="0" y="0"/>
                </a:lnTo>
                <a:close/>
              </a:path>
            </a:pathLst>
          </a:custGeom>
          <a:blipFill>
            <a:blip r:embed="rId6">
              <a:alphaModFix amt="58000"/>
              <a:extLst>
                <a:ext uri="{96DAC541-7B7A-43D3-8B79-37D633B846F1}">
                  <asvg:svgBlip xmlns:asvg="http://schemas.microsoft.com/office/drawing/2016/SVG/main" r:embed="rId7"/>
                </a:ext>
              </a:extLst>
            </a:blip>
            <a:stretch>
              <a:fillRect/>
            </a:stretch>
          </a:blipFill>
        </p:spPr>
      </p:sp>
      <p:grpSp>
        <p:nvGrpSpPr>
          <p:cNvPr id="6" name="Group 6"/>
          <p:cNvGrpSpPr/>
          <p:nvPr/>
        </p:nvGrpSpPr>
        <p:grpSpPr>
          <a:xfrm rot="0">
            <a:off x="842291" y="1028700"/>
            <a:ext cx="16603419" cy="8229600"/>
            <a:chOff x="0" y="0"/>
            <a:chExt cx="4372917" cy="2167467"/>
          </a:xfrm>
        </p:grpSpPr>
        <p:sp>
          <p:nvSpPr>
            <p:cNvPr id="7" name="Freeform 7"/>
            <p:cNvSpPr/>
            <p:nvPr/>
          </p:nvSpPr>
          <p:spPr>
            <a:xfrm>
              <a:off x="0" y="0"/>
              <a:ext cx="4372917" cy="2167467"/>
            </a:xfrm>
            <a:custGeom>
              <a:avLst/>
              <a:gdLst/>
              <a:ahLst/>
              <a:cxnLst/>
              <a:rect l="l" t="t" r="r" b="b"/>
              <a:pathLst>
                <a:path w="4372917" h="2167467">
                  <a:moveTo>
                    <a:pt x="0" y="0"/>
                  </a:moveTo>
                  <a:lnTo>
                    <a:pt x="4372917" y="0"/>
                  </a:lnTo>
                  <a:lnTo>
                    <a:pt x="4372917" y="2167467"/>
                  </a:lnTo>
                  <a:lnTo>
                    <a:pt x="0" y="2167467"/>
                  </a:lnTo>
                  <a:close/>
                </a:path>
              </a:pathLst>
            </a:custGeom>
            <a:solidFill>
              <a:srgbClr val="FAE2C5">
                <a:alpha val="72941"/>
              </a:srgbClr>
            </a:solidFill>
          </p:spPr>
        </p:sp>
        <p:sp>
          <p:nvSpPr>
            <p:cNvPr id="8" name="TextBox 8"/>
            <p:cNvSpPr txBox="1"/>
            <p:nvPr/>
          </p:nvSpPr>
          <p:spPr>
            <a:xfrm>
              <a:off x="0" y="-38100"/>
              <a:ext cx="4372917" cy="2205567"/>
            </a:xfrm>
            <a:prstGeom prst="rect">
              <a:avLst/>
            </a:prstGeom>
          </p:spPr>
          <p:txBody>
            <a:bodyPr lIns="50800" tIns="50800" rIns="50800" bIns="50800" rtlCol="0" anchor="ctr"/>
            <a:lstStyle/>
            <a:p>
              <a:pPr algn="just">
                <a:lnSpc>
                  <a:spcPts val="2660"/>
                </a:lnSpc>
                <a:spcBef>
                  <a:spcPct val="0"/>
                </a:spcBef>
              </a:pPr>
            </a:p>
          </p:txBody>
        </p:sp>
      </p:grpSp>
      <p:sp>
        <p:nvSpPr>
          <p:cNvPr id="9" name="Freeform 9"/>
          <p:cNvSpPr/>
          <p:nvPr/>
        </p:nvSpPr>
        <p:spPr>
          <a:xfrm rot="953624" flipH="1" flipV="1">
            <a:off x="-592410" y="8494973"/>
            <a:ext cx="2987406" cy="2259565"/>
          </a:xfrm>
          <a:custGeom>
            <a:avLst/>
            <a:gdLst/>
            <a:ahLst/>
            <a:cxnLst/>
            <a:rect l="l" t="t" r="r" b="b"/>
            <a:pathLst>
              <a:path w="2987406" h="2259565">
                <a:moveTo>
                  <a:pt x="2987405" y="2259565"/>
                </a:moveTo>
                <a:lnTo>
                  <a:pt x="0" y="2259565"/>
                </a:lnTo>
                <a:lnTo>
                  <a:pt x="0" y="0"/>
                </a:lnTo>
                <a:lnTo>
                  <a:pt x="2987405" y="0"/>
                </a:lnTo>
                <a:lnTo>
                  <a:pt x="2987405" y="225956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a:off x="433944" y="546371"/>
            <a:ext cx="5444162" cy="9194258"/>
          </a:xfrm>
          <a:custGeom>
            <a:avLst/>
            <a:gdLst/>
            <a:ahLst/>
            <a:cxnLst/>
            <a:rect l="l" t="t" r="r" b="b"/>
            <a:pathLst>
              <a:path w="5444162" h="9194258">
                <a:moveTo>
                  <a:pt x="0" y="0"/>
                </a:moveTo>
                <a:lnTo>
                  <a:pt x="5444162" y="0"/>
                </a:lnTo>
                <a:lnTo>
                  <a:pt x="5444162" y="9194258"/>
                </a:lnTo>
                <a:lnTo>
                  <a:pt x="0" y="919425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TextBox 11"/>
          <p:cNvSpPr txBox="1"/>
          <p:nvPr/>
        </p:nvSpPr>
        <p:spPr>
          <a:xfrm>
            <a:off x="4382343" y="4332851"/>
            <a:ext cx="10448350" cy="3373562"/>
          </a:xfrm>
          <a:prstGeom prst="rect">
            <a:avLst/>
          </a:prstGeom>
        </p:spPr>
        <p:txBody>
          <a:bodyPr lIns="0" tIns="0" rIns="0" bIns="0" rtlCol="0" anchor="t">
            <a:spAutoFit/>
          </a:bodyPr>
          <a:lstStyle/>
          <a:p>
            <a:pPr marL="1038225" lvl="1" indent="-518795" algn="just">
              <a:lnSpc>
                <a:spcPts val="6730"/>
              </a:lnSpc>
              <a:buFont typeface="Arial" panose="020B0604020202020204"/>
              <a:buChar char="•"/>
            </a:pPr>
            <a:r>
              <a:rPr lang="en-US" sz="4805" spc="374">
                <a:solidFill>
                  <a:srgbClr val="000000"/>
                </a:solidFill>
                <a:latin typeface="Glass Antiqua" panose="02000506000000020004"/>
                <a:ea typeface="Glass Antiqua" panose="02000506000000020004"/>
                <a:cs typeface="Glass Antiqua" panose="02000506000000020004"/>
                <a:sym typeface="Glass Antiqua" panose="02000506000000020004"/>
              </a:rPr>
              <a:t>Consumer consumes two goods.</a:t>
            </a:r>
            <a:endParaRPr lang="en-US" sz="4805" spc="374">
              <a:solidFill>
                <a:srgbClr val="000000"/>
              </a:solidFill>
              <a:latin typeface="Glass Antiqua" panose="02000506000000020004"/>
              <a:ea typeface="Glass Antiqua" panose="02000506000000020004"/>
              <a:cs typeface="Glass Antiqua" panose="02000506000000020004"/>
              <a:sym typeface="Glass Antiqua" panose="02000506000000020004"/>
            </a:endParaRPr>
          </a:p>
          <a:p>
            <a:pPr marL="1038225" lvl="1" indent="-518795" algn="just">
              <a:lnSpc>
                <a:spcPts val="6730"/>
              </a:lnSpc>
              <a:buFont typeface="Arial" panose="020B0604020202020204"/>
              <a:buChar char="•"/>
            </a:pPr>
            <a:r>
              <a:rPr lang="en-US" sz="4805" spc="374">
                <a:solidFill>
                  <a:srgbClr val="000000"/>
                </a:solidFill>
                <a:latin typeface="Glass Antiqua" panose="02000506000000020004"/>
                <a:ea typeface="Glass Antiqua" panose="02000506000000020004"/>
                <a:cs typeface="Glass Antiqua" panose="02000506000000020004"/>
                <a:sym typeface="Glass Antiqua" panose="02000506000000020004"/>
              </a:rPr>
              <a:t>Consumer has to pay price for the goods.</a:t>
            </a:r>
            <a:endParaRPr lang="en-US" sz="4805" spc="374">
              <a:solidFill>
                <a:srgbClr val="000000"/>
              </a:solidFill>
              <a:latin typeface="Glass Antiqua" panose="02000506000000020004"/>
              <a:ea typeface="Glass Antiqua" panose="02000506000000020004"/>
              <a:cs typeface="Glass Antiqua" panose="02000506000000020004"/>
              <a:sym typeface="Glass Antiqua" panose="02000506000000020004"/>
            </a:endParaRPr>
          </a:p>
          <a:p>
            <a:pPr marL="1038225" lvl="1" indent="-518795" algn="just">
              <a:lnSpc>
                <a:spcPts val="6730"/>
              </a:lnSpc>
              <a:buFont typeface="Arial" panose="020B0604020202020204"/>
              <a:buChar char="•"/>
            </a:pPr>
            <a:r>
              <a:rPr lang="en-US" sz="4805" spc="374">
                <a:solidFill>
                  <a:srgbClr val="000000"/>
                </a:solidFill>
                <a:latin typeface="Glass Antiqua" panose="02000506000000020004"/>
                <a:ea typeface="Glass Antiqua" panose="02000506000000020004"/>
                <a:cs typeface="Glass Antiqua" panose="02000506000000020004"/>
                <a:sym typeface="Glass Antiqua" panose="02000506000000020004"/>
              </a:rPr>
              <a:t>A consumer has a limited income.</a:t>
            </a:r>
            <a:endParaRPr lang="en-US" sz="4805" spc="374">
              <a:solidFill>
                <a:srgbClr val="000000"/>
              </a:solidFill>
              <a:latin typeface="Glass Antiqua" panose="02000506000000020004"/>
              <a:ea typeface="Glass Antiqua" panose="02000506000000020004"/>
              <a:cs typeface="Glass Antiqua" panose="02000506000000020004"/>
              <a:sym typeface="Glass Antiqua" panose="02000506000000020004"/>
            </a:endParaRPr>
          </a:p>
        </p:txBody>
      </p:sp>
      <p:sp>
        <p:nvSpPr>
          <p:cNvPr id="12" name="Freeform 12"/>
          <p:cNvSpPr/>
          <p:nvPr/>
        </p:nvSpPr>
        <p:spPr>
          <a:xfrm flipH="1">
            <a:off x="12428691" y="597103"/>
            <a:ext cx="5444162" cy="9194258"/>
          </a:xfrm>
          <a:custGeom>
            <a:avLst/>
            <a:gdLst/>
            <a:ahLst/>
            <a:cxnLst/>
            <a:rect l="l" t="t" r="r" b="b"/>
            <a:pathLst>
              <a:path w="5444162" h="9194258">
                <a:moveTo>
                  <a:pt x="5444162" y="0"/>
                </a:moveTo>
                <a:lnTo>
                  <a:pt x="0" y="0"/>
                </a:lnTo>
                <a:lnTo>
                  <a:pt x="0" y="9194258"/>
                </a:lnTo>
                <a:lnTo>
                  <a:pt x="5444162" y="9194258"/>
                </a:lnTo>
                <a:lnTo>
                  <a:pt x="5444162"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3" name="TextBox 13"/>
          <p:cNvSpPr txBox="1"/>
          <p:nvPr/>
        </p:nvSpPr>
        <p:spPr>
          <a:xfrm>
            <a:off x="5321186" y="1969903"/>
            <a:ext cx="7907546" cy="2023745"/>
          </a:xfrm>
          <a:prstGeom prst="rect">
            <a:avLst/>
          </a:prstGeom>
        </p:spPr>
        <p:txBody>
          <a:bodyPr lIns="0" tIns="0" rIns="0" bIns="0" rtlCol="0" anchor="t">
            <a:spAutoFit/>
          </a:bodyPr>
          <a:lstStyle/>
          <a:p>
            <a:pPr algn="ctr">
              <a:lnSpc>
                <a:spcPts val="7540"/>
              </a:lnSpc>
            </a:pPr>
            <a:r>
              <a:rPr lang="en-US" sz="6500" b="1">
                <a:solidFill>
                  <a:srgbClr val="000000"/>
                </a:solidFill>
                <a:latin typeface="Mak Bold"/>
                <a:ea typeface="Mak Bold"/>
                <a:cs typeface="Mak Bold"/>
                <a:sym typeface="Mak Bold"/>
              </a:rPr>
              <a:t>Budget Line is Based on</a:t>
            </a:r>
            <a:endParaRPr lang="en-US" sz="6500" b="1">
              <a:solidFill>
                <a:srgbClr val="000000"/>
              </a:solidFill>
              <a:latin typeface="Mak Bold"/>
              <a:ea typeface="Mak Bold"/>
              <a:cs typeface="Mak Bold"/>
              <a:sym typeface="Mak 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3111" b="-13111"/>
            </a:stretch>
          </a:blipFill>
        </p:spPr>
      </p:sp>
      <p:sp>
        <p:nvSpPr>
          <p:cNvPr id="3" name="Freeform 3"/>
          <p:cNvSpPr/>
          <p:nvPr/>
        </p:nvSpPr>
        <p:spPr>
          <a:xfrm>
            <a:off x="14161312" y="-702184"/>
            <a:ext cx="4372111" cy="3306906"/>
          </a:xfrm>
          <a:custGeom>
            <a:avLst/>
            <a:gdLst/>
            <a:ahLst/>
            <a:cxnLst/>
            <a:rect l="l" t="t" r="r" b="b"/>
            <a:pathLst>
              <a:path w="4372111" h="3306906">
                <a:moveTo>
                  <a:pt x="0" y="0"/>
                </a:moveTo>
                <a:lnTo>
                  <a:pt x="4372111" y="0"/>
                </a:lnTo>
                <a:lnTo>
                  <a:pt x="4372111" y="3306906"/>
                </a:lnTo>
                <a:lnTo>
                  <a:pt x="0" y="3306906"/>
                </a:lnTo>
                <a:lnTo>
                  <a:pt x="0" y="0"/>
                </a:lnTo>
                <a:close/>
              </a:path>
            </a:pathLst>
          </a:custGeom>
          <a:blipFill>
            <a:blip r:embed="rId2">
              <a:alphaModFix amt="42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1758097" y="5678057"/>
            <a:ext cx="7135220" cy="6330886"/>
          </a:xfrm>
          <a:custGeom>
            <a:avLst/>
            <a:gdLst/>
            <a:ahLst/>
            <a:cxnLst/>
            <a:rect l="l" t="t" r="r" b="b"/>
            <a:pathLst>
              <a:path w="7135220" h="6330886">
                <a:moveTo>
                  <a:pt x="0" y="0"/>
                </a:moveTo>
                <a:lnTo>
                  <a:pt x="7135220" y="0"/>
                </a:lnTo>
                <a:lnTo>
                  <a:pt x="7135220" y="6330887"/>
                </a:lnTo>
                <a:lnTo>
                  <a:pt x="0" y="6330887"/>
                </a:lnTo>
                <a:lnTo>
                  <a:pt x="0" y="0"/>
                </a:lnTo>
                <a:close/>
              </a:path>
            </a:pathLst>
          </a:custGeom>
          <a:blipFill>
            <a:blip r:embed="rId4">
              <a:alphaModFix amt="65999"/>
              <a:extLst>
                <a:ext uri="{96DAC541-7B7A-43D3-8B79-37D633B846F1}">
                  <asvg:svgBlip xmlns:asvg="http://schemas.microsoft.com/office/drawing/2016/SVG/main" r:embed="rId5"/>
                </a:ext>
              </a:extLst>
            </a:blip>
            <a:stretch>
              <a:fillRect/>
            </a:stretch>
          </a:blipFill>
        </p:spPr>
      </p:sp>
      <p:sp>
        <p:nvSpPr>
          <p:cNvPr id="5" name="Freeform 5"/>
          <p:cNvSpPr/>
          <p:nvPr/>
        </p:nvSpPr>
        <p:spPr>
          <a:xfrm>
            <a:off x="-754483" y="-1363553"/>
            <a:ext cx="6803544" cy="6147930"/>
          </a:xfrm>
          <a:custGeom>
            <a:avLst/>
            <a:gdLst/>
            <a:ahLst/>
            <a:cxnLst/>
            <a:rect l="l" t="t" r="r" b="b"/>
            <a:pathLst>
              <a:path w="6803544" h="6147930">
                <a:moveTo>
                  <a:pt x="0" y="0"/>
                </a:moveTo>
                <a:lnTo>
                  <a:pt x="6803544" y="0"/>
                </a:lnTo>
                <a:lnTo>
                  <a:pt x="6803544" y="6147930"/>
                </a:lnTo>
                <a:lnTo>
                  <a:pt x="0" y="6147930"/>
                </a:lnTo>
                <a:lnTo>
                  <a:pt x="0" y="0"/>
                </a:lnTo>
                <a:close/>
              </a:path>
            </a:pathLst>
          </a:custGeom>
          <a:blipFill>
            <a:blip r:embed="rId6">
              <a:alphaModFix amt="58000"/>
              <a:extLst>
                <a:ext uri="{96DAC541-7B7A-43D3-8B79-37D633B846F1}">
                  <asvg:svgBlip xmlns:asvg="http://schemas.microsoft.com/office/drawing/2016/SVG/main" r:embed="rId7"/>
                </a:ext>
              </a:extLst>
            </a:blip>
            <a:stretch>
              <a:fillRect/>
            </a:stretch>
          </a:blipFill>
        </p:spPr>
      </p:sp>
      <p:grpSp>
        <p:nvGrpSpPr>
          <p:cNvPr id="6" name="Group 6"/>
          <p:cNvGrpSpPr/>
          <p:nvPr/>
        </p:nvGrpSpPr>
        <p:grpSpPr>
          <a:xfrm rot="0">
            <a:off x="842291" y="1028700"/>
            <a:ext cx="16603419" cy="8229600"/>
            <a:chOff x="0" y="0"/>
            <a:chExt cx="4372917" cy="2167467"/>
          </a:xfrm>
        </p:grpSpPr>
        <p:sp>
          <p:nvSpPr>
            <p:cNvPr id="7" name="Freeform 7"/>
            <p:cNvSpPr/>
            <p:nvPr/>
          </p:nvSpPr>
          <p:spPr>
            <a:xfrm>
              <a:off x="0" y="0"/>
              <a:ext cx="4372917" cy="2167467"/>
            </a:xfrm>
            <a:custGeom>
              <a:avLst/>
              <a:gdLst/>
              <a:ahLst/>
              <a:cxnLst/>
              <a:rect l="l" t="t" r="r" b="b"/>
              <a:pathLst>
                <a:path w="4372917" h="2167467">
                  <a:moveTo>
                    <a:pt x="0" y="0"/>
                  </a:moveTo>
                  <a:lnTo>
                    <a:pt x="4372917" y="0"/>
                  </a:lnTo>
                  <a:lnTo>
                    <a:pt x="4372917" y="2167467"/>
                  </a:lnTo>
                  <a:lnTo>
                    <a:pt x="0" y="2167467"/>
                  </a:lnTo>
                  <a:close/>
                </a:path>
              </a:pathLst>
            </a:custGeom>
            <a:solidFill>
              <a:srgbClr val="FAE2C5">
                <a:alpha val="72941"/>
              </a:srgbClr>
            </a:solidFill>
          </p:spPr>
        </p:sp>
        <p:sp>
          <p:nvSpPr>
            <p:cNvPr id="8" name="TextBox 8"/>
            <p:cNvSpPr txBox="1"/>
            <p:nvPr/>
          </p:nvSpPr>
          <p:spPr>
            <a:xfrm>
              <a:off x="0" y="-38100"/>
              <a:ext cx="4372917" cy="2205567"/>
            </a:xfrm>
            <a:prstGeom prst="rect">
              <a:avLst/>
            </a:prstGeom>
          </p:spPr>
          <p:txBody>
            <a:bodyPr lIns="50800" tIns="50800" rIns="50800" bIns="50800" rtlCol="0" anchor="ctr"/>
            <a:lstStyle/>
            <a:p>
              <a:pPr algn="just">
                <a:lnSpc>
                  <a:spcPts val="2660"/>
                </a:lnSpc>
                <a:spcBef>
                  <a:spcPct val="0"/>
                </a:spcBef>
              </a:pPr>
            </a:p>
          </p:txBody>
        </p:sp>
      </p:grpSp>
      <p:sp>
        <p:nvSpPr>
          <p:cNvPr id="9" name="Freeform 9"/>
          <p:cNvSpPr/>
          <p:nvPr/>
        </p:nvSpPr>
        <p:spPr>
          <a:xfrm rot="953624" flipH="1" flipV="1">
            <a:off x="-592410" y="8494973"/>
            <a:ext cx="2987406" cy="2259565"/>
          </a:xfrm>
          <a:custGeom>
            <a:avLst/>
            <a:gdLst/>
            <a:ahLst/>
            <a:cxnLst/>
            <a:rect l="l" t="t" r="r" b="b"/>
            <a:pathLst>
              <a:path w="2987406" h="2259565">
                <a:moveTo>
                  <a:pt x="2987405" y="2259565"/>
                </a:moveTo>
                <a:lnTo>
                  <a:pt x="0" y="2259565"/>
                </a:lnTo>
                <a:lnTo>
                  <a:pt x="0" y="0"/>
                </a:lnTo>
                <a:lnTo>
                  <a:pt x="2987405" y="0"/>
                </a:lnTo>
                <a:lnTo>
                  <a:pt x="2987405" y="225956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a:off x="433944" y="546371"/>
            <a:ext cx="5444162" cy="9194258"/>
          </a:xfrm>
          <a:custGeom>
            <a:avLst/>
            <a:gdLst/>
            <a:ahLst/>
            <a:cxnLst/>
            <a:rect l="l" t="t" r="r" b="b"/>
            <a:pathLst>
              <a:path w="5444162" h="9194258">
                <a:moveTo>
                  <a:pt x="0" y="0"/>
                </a:moveTo>
                <a:lnTo>
                  <a:pt x="5444162" y="0"/>
                </a:lnTo>
                <a:lnTo>
                  <a:pt x="5444162" y="9194258"/>
                </a:lnTo>
                <a:lnTo>
                  <a:pt x="0" y="919425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Freeform 11"/>
          <p:cNvSpPr/>
          <p:nvPr/>
        </p:nvSpPr>
        <p:spPr>
          <a:xfrm flipH="1">
            <a:off x="12428691" y="597103"/>
            <a:ext cx="5444162" cy="9194258"/>
          </a:xfrm>
          <a:custGeom>
            <a:avLst/>
            <a:gdLst/>
            <a:ahLst/>
            <a:cxnLst/>
            <a:rect l="l" t="t" r="r" b="b"/>
            <a:pathLst>
              <a:path w="5444162" h="9194258">
                <a:moveTo>
                  <a:pt x="5444162" y="0"/>
                </a:moveTo>
                <a:lnTo>
                  <a:pt x="0" y="0"/>
                </a:lnTo>
                <a:lnTo>
                  <a:pt x="0" y="9194258"/>
                </a:lnTo>
                <a:lnTo>
                  <a:pt x="5444162" y="9194258"/>
                </a:lnTo>
                <a:lnTo>
                  <a:pt x="5444162"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12" name="Group 12"/>
          <p:cNvGrpSpPr/>
          <p:nvPr/>
        </p:nvGrpSpPr>
        <p:grpSpPr>
          <a:xfrm rot="0">
            <a:off x="8701192" y="2604722"/>
            <a:ext cx="8744518" cy="6238778"/>
            <a:chOff x="0" y="0"/>
            <a:chExt cx="5511971" cy="3932517"/>
          </a:xfrm>
        </p:grpSpPr>
        <p:sp>
          <p:nvSpPr>
            <p:cNvPr id="13" name="Freeform 13"/>
            <p:cNvSpPr/>
            <p:nvPr/>
          </p:nvSpPr>
          <p:spPr>
            <a:xfrm>
              <a:off x="5517" y="0"/>
              <a:ext cx="5500476" cy="3933998"/>
            </a:xfrm>
            <a:custGeom>
              <a:avLst/>
              <a:gdLst/>
              <a:ahLst/>
              <a:cxnLst/>
              <a:rect l="l" t="t" r="r" b="b"/>
              <a:pathLst>
                <a:path w="5500476" h="3933998">
                  <a:moveTo>
                    <a:pt x="7257" y="368766"/>
                  </a:moveTo>
                  <a:cubicBezTo>
                    <a:pt x="32805" y="494146"/>
                    <a:pt x="39192" y="619526"/>
                    <a:pt x="42385" y="746382"/>
                  </a:cubicBezTo>
                  <a:cubicBezTo>
                    <a:pt x="58353" y="1203651"/>
                    <a:pt x="51966" y="1660921"/>
                    <a:pt x="42385" y="2118190"/>
                  </a:cubicBezTo>
                  <a:cubicBezTo>
                    <a:pt x="32805" y="2576934"/>
                    <a:pt x="20031" y="3035679"/>
                    <a:pt x="20031" y="3495899"/>
                  </a:cubicBezTo>
                  <a:cubicBezTo>
                    <a:pt x="20031" y="3500324"/>
                    <a:pt x="20031" y="3504749"/>
                    <a:pt x="16837" y="3509174"/>
                  </a:cubicBezTo>
                  <a:cubicBezTo>
                    <a:pt x="26418" y="3510649"/>
                    <a:pt x="35998" y="3513599"/>
                    <a:pt x="45579" y="3516550"/>
                  </a:cubicBezTo>
                  <a:cubicBezTo>
                    <a:pt x="58353" y="3520975"/>
                    <a:pt x="67933" y="3528350"/>
                    <a:pt x="80707" y="3535725"/>
                  </a:cubicBezTo>
                  <a:cubicBezTo>
                    <a:pt x="109449" y="3551951"/>
                    <a:pt x="138190" y="3568177"/>
                    <a:pt x="163738" y="3584402"/>
                  </a:cubicBezTo>
                  <a:cubicBezTo>
                    <a:pt x="192480" y="3603578"/>
                    <a:pt x="221221" y="3621279"/>
                    <a:pt x="249963" y="3640455"/>
                  </a:cubicBezTo>
                  <a:cubicBezTo>
                    <a:pt x="262737" y="3649305"/>
                    <a:pt x="275510" y="3658155"/>
                    <a:pt x="288284" y="3665531"/>
                  </a:cubicBezTo>
                  <a:cubicBezTo>
                    <a:pt x="297865" y="3671431"/>
                    <a:pt x="313832" y="3674381"/>
                    <a:pt x="323413" y="3678806"/>
                  </a:cubicBezTo>
                  <a:cubicBezTo>
                    <a:pt x="355348" y="3690607"/>
                    <a:pt x="390476" y="3702407"/>
                    <a:pt x="422411" y="3714208"/>
                  </a:cubicBezTo>
                  <a:cubicBezTo>
                    <a:pt x="454346" y="3726009"/>
                    <a:pt x="486281" y="3736334"/>
                    <a:pt x="524603" y="3743709"/>
                  </a:cubicBezTo>
                  <a:cubicBezTo>
                    <a:pt x="610827" y="3761410"/>
                    <a:pt x="693858" y="3780586"/>
                    <a:pt x="780083" y="3798286"/>
                  </a:cubicBezTo>
                  <a:cubicBezTo>
                    <a:pt x="827985" y="3808612"/>
                    <a:pt x="875887" y="3817462"/>
                    <a:pt x="926983" y="3827788"/>
                  </a:cubicBezTo>
                  <a:cubicBezTo>
                    <a:pt x="930177" y="3829263"/>
                    <a:pt x="939757" y="3827788"/>
                    <a:pt x="942951" y="3827788"/>
                  </a:cubicBezTo>
                  <a:lnTo>
                    <a:pt x="962112" y="3827788"/>
                  </a:lnTo>
                  <a:lnTo>
                    <a:pt x="965305" y="3829263"/>
                  </a:lnTo>
                  <a:cubicBezTo>
                    <a:pt x="971692" y="3821888"/>
                    <a:pt x="978079" y="3815987"/>
                    <a:pt x="987660" y="3808612"/>
                  </a:cubicBezTo>
                  <a:cubicBezTo>
                    <a:pt x="997240" y="3802711"/>
                    <a:pt x="1003627" y="3792386"/>
                    <a:pt x="1025982" y="3792386"/>
                  </a:cubicBezTo>
                  <a:cubicBezTo>
                    <a:pt x="1025982" y="3792386"/>
                    <a:pt x="1029175" y="3792386"/>
                    <a:pt x="1029175" y="3790911"/>
                  </a:cubicBezTo>
                  <a:cubicBezTo>
                    <a:pt x="1038756" y="3783536"/>
                    <a:pt x="1054723" y="3782061"/>
                    <a:pt x="1073884" y="3780586"/>
                  </a:cubicBezTo>
                  <a:cubicBezTo>
                    <a:pt x="1093045" y="3779111"/>
                    <a:pt x="1109013" y="3774685"/>
                    <a:pt x="1124980" y="3771735"/>
                  </a:cubicBezTo>
                  <a:cubicBezTo>
                    <a:pt x="1128173" y="3771735"/>
                    <a:pt x="1128173" y="3770260"/>
                    <a:pt x="1131367" y="3770260"/>
                  </a:cubicBezTo>
                  <a:cubicBezTo>
                    <a:pt x="1153721" y="3773210"/>
                    <a:pt x="1169689" y="3765835"/>
                    <a:pt x="1188850" y="3762885"/>
                  </a:cubicBezTo>
                  <a:lnTo>
                    <a:pt x="1192043" y="3762885"/>
                  </a:lnTo>
                  <a:cubicBezTo>
                    <a:pt x="1211204" y="3762885"/>
                    <a:pt x="1227172" y="3758460"/>
                    <a:pt x="1246333" y="3756985"/>
                  </a:cubicBezTo>
                  <a:cubicBezTo>
                    <a:pt x="1262300" y="3755510"/>
                    <a:pt x="1278268" y="3755510"/>
                    <a:pt x="1294235" y="3751085"/>
                  </a:cubicBezTo>
                  <a:cubicBezTo>
                    <a:pt x="1310203" y="3746659"/>
                    <a:pt x="1329364" y="3743709"/>
                    <a:pt x="1345331" y="3740759"/>
                  </a:cubicBezTo>
                  <a:cubicBezTo>
                    <a:pt x="1361299" y="3737809"/>
                    <a:pt x="1377266" y="3736334"/>
                    <a:pt x="1393233" y="3733384"/>
                  </a:cubicBezTo>
                  <a:lnTo>
                    <a:pt x="1409201" y="3733384"/>
                  </a:lnTo>
                  <a:cubicBezTo>
                    <a:pt x="1425168" y="3733384"/>
                    <a:pt x="1437942" y="3733384"/>
                    <a:pt x="1450716" y="3728958"/>
                  </a:cubicBezTo>
                  <a:lnTo>
                    <a:pt x="1457103" y="3728958"/>
                  </a:lnTo>
                  <a:cubicBezTo>
                    <a:pt x="1473071" y="3728958"/>
                    <a:pt x="1492232" y="3730434"/>
                    <a:pt x="1508199" y="3730434"/>
                  </a:cubicBezTo>
                  <a:lnTo>
                    <a:pt x="1520973" y="3730434"/>
                  </a:lnTo>
                  <a:cubicBezTo>
                    <a:pt x="1536941" y="3728958"/>
                    <a:pt x="1543328" y="3734859"/>
                    <a:pt x="1552908" y="3737809"/>
                  </a:cubicBezTo>
                  <a:cubicBezTo>
                    <a:pt x="1568876" y="3746659"/>
                    <a:pt x="1588037" y="3748134"/>
                    <a:pt x="1613585" y="3746659"/>
                  </a:cubicBezTo>
                  <a:cubicBezTo>
                    <a:pt x="1635939" y="3745184"/>
                    <a:pt x="1655100" y="3743709"/>
                    <a:pt x="1677454" y="3743709"/>
                  </a:cubicBezTo>
                  <a:cubicBezTo>
                    <a:pt x="1687035" y="3743709"/>
                    <a:pt x="1699809" y="3745184"/>
                    <a:pt x="1709389" y="3746659"/>
                  </a:cubicBezTo>
                  <a:cubicBezTo>
                    <a:pt x="1718970" y="3748134"/>
                    <a:pt x="1725357" y="3749609"/>
                    <a:pt x="1734937" y="3751085"/>
                  </a:cubicBezTo>
                  <a:lnTo>
                    <a:pt x="1744518" y="3755510"/>
                  </a:lnTo>
                  <a:cubicBezTo>
                    <a:pt x="1744518" y="3755510"/>
                    <a:pt x="1747711" y="3759935"/>
                    <a:pt x="1750905" y="3761410"/>
                  </a:cubicBezTo>
                  <a:cubicBezTo>
                    <a:pt x="1757292" y="3762885"/>
                    <a:pt x="1763679" y="3762885"/>
                    <a:pt x="1766872" y="3764360"/>
                  </a:cubicBezTo>
                  <a:lnTo>
                    <a:pt x="1770066" y="3765835"/>
                  </a:lnTo>
                  <a:cubicBezTo>
                    <a:pt x="1786033" y="3761410"/>
                    <a:pt x="1792420" y="3768785"/>
                    <a:pt x="1802001" y="3770260"/>
                  </a:cubicBezTo>
                  <a:cubicBezTo>
                    <a:pt x="1814775" y="3773210"/>
                    <a:pt x="1824355" y="3776161"/>
                    <a:pt x="1837129" y="3780586"/>
                  </a:cubicBezTo>
                  <a:cubicBezTo>
                    <a:pt x="1837129" y="3779111"/>
                    <a:pt x="1837129" y="3777636"/>
                    <a:pt x="1840323" y="3776161"/>
                  </a:cubicBezTo>
                  <a:cubicBezTo>
                    <a:pt x="1859484" y="3777636"/>
                    <a:pt x="1881838" y="3777636"/>
                    <a:pt x="1900999" y="3783536"/>
                  </a:cubicBezTo>
                  <a:cubicBezTo>
                    <a:pt x="1904193" y="3780586"/>
                    <a:pt x="1910580" y="3777636"/>
                    <a:pt x="1916967" y="3774685"/>
                  </a:cubicBezTo>
                  <a:cubicBezTo>
                    <a:pt x="1916967" y="3774685"/>
                    <a:pt x="1916967" y="3773210"/>
                    <a:pt x="1920160" y="3773210"/>
                  </a:cubicBezTo>
                  <a:cubicBezTo>
                    <a:pt x="1936127" y="3771735"/>
                    <a:pt x="1945708" y="3767310"/>
                    <a:pt x="1948901" y="3759935"/>
                  </a:cubicBezTo>
                  <a:cubicBezTo>
                    <a:pt x="1952095" y="3756985"/>
                    <a:pt x="1952095" y="3754034"/>
                    <a:pt x="1952095" y="3752560"/>
                  </a:cubicBezTo>
                  <a:cubicBezTo>
                    <a:pt x="1964869" y="3749609"/>
                    <a:pt x="1974449" y="3746659"/>
                    <a:pt x="1987223" y="3743709"/>
                  </a:cubicBezTo>
                  <a:lnTo>
                    <a:pt x="1987223" y="3740759"/>
                  </a:lnTo>
                  <a:cubicBezTo>
                    <a:pt x="1977643" y="3733384"/>
                    <a:pt x="1977643" y="3731909"/>
                    <a:pt x="1993610" y="3728958"/>
                  </a:cubicBezTo>
                  <a:cubicBezTo>
                    <a:pt x="1996804" y="3727483"/>
                    <a:pt x="1996804" y="3726009"/>
                    <a:pt x="1999997" y="3726009"/>
                  </a:cubicBezTo>
                  <a:cubicBezTo>
                    <a:pt x="2006384" y="3724533"/>
                    <a:pt x="2012771" y="3723058"/>
                    <a:pt x="2015965" y="3721583"/>
                  </a:cubicBezTo>
                  <a:cubicBezTo>
                    <a:pt x="2015965" y="3721583"/>
                    <a:pt x="2015965" y="3723058"/>
                    <a:pt x="2019158" y="3723058"/>
                  </a:cubicBezTo>
                  <a:lnTo>
                    <a:pt x="2019158" y="3720108"/>
                  </a:lnTo>
                  <a:cubicBezTo>
                    <a:pt x="2038319" y="3717158"/>
                    <a:pt x="2057480" y="3714208"/>
                    <a:pt x="2076641" y="3709782"/>
                  </a:cubicBezTo>
                  <a:cubicBezTo>
                    <a:pt x="2086222" y="3706833"/>
                    <a:pt x="2095802" y="3705358"/>
                    <a:pt x="2108576" y="3708308"/>
                  </a:cubicBezTo>
                  <a:cubicBezTo>
                    <a:pt x="2114963" y="3709782"/>
                    <a:pt x="2121350" y="3708308"/>
                    <a:pt x="2127737" y="3706833"/>
                  </a:cubicBezTo>
                  <a:cubicBezTo>
                    <a:pt x="2143705" y="3703882"/>
                    <a:pt x="2159672" y="3702407"/>
                    <a:pt x="2175640" y="3699457"/>
                  </a:cubicBezTo>
                  <a:cubicBezTo>
                    <a:pt x="2188413" y="3697982"/>
                    <a:pt x="2197994" y="3695032"/>
                    <a:pt x="2210768" y="3692082"/>
                  </a:cubicBezTo>
                  <a:cubicBezTo>
                    <a:pt x="2210768" y="3692082"/>
                    <a:pt x="2213961" y="3689132"/>
                    <a:pt x="2210768" y="3687657"/>
                  </a:cubicBezTo>
                  <a:cubicBezTo>
                    <a:pt x="2210768" y="3686182"/>
                    <a:pt x="2207575" y="3683231"/>
                    <a:pt x="2207575" y="3681757"/>
                  </a:cubicBezTo>
                  <a:cubicBezTo>
                    <a:pt x="2217155" y="3678806"/>
                    <a:pt x="2223542" y="3675856"/>
                    <a:pt x="2229929" y="3675856"/>
                  </a:cubicBezTo>
                  <a:cubicBezTo>
                    <a:pt x="2239510" y="3674381"/>
                    <a:pt x="2252283" y="3674381"/>
                    <a:pt x="2265057" y="3672906"/>
                  </a:cubicBezTo>
                  <a:cubicBezTo>
                    <a:pt x="2274638" y="3659630"/>
                    <a:pt x="2293799" y="3656681"/>
                    <a:pt x="2316153" y="3661106"/>
                  </a:cubicBezTo>
                  <a:lnTo>
                    <a:pt x="2322540" y="3658155"/>
                  </a:lnTo>
                  <a:cubicBezTo>
                    <a:pt x="2325734" y="3659630"/>
                    <a:pt x="2325734" y="3659630"/>
                    <a:pt x="2325734" y="3661106"/>
                  </a:cubicBezTo>
                  <a:cubicBezTo>
                    <a:pt x="2335314" y="3658155"/>
                    <a:pt x="2344895" y="3655205"/>
                    <a:pt x="2354475" y="3653730"/>
                  </a:cubicBezTo>
                  <a:cubicBezTo>
                    <a:pt x="2364056" y="3650780"/>
                    <a:pt x="2373636" y="3647830"/>
                    <a:pt x="2386410" y="3650780"/>
                  </a:cubicBezTo>
                  <a:cubicBezTo>
                    <a:pt x="2386410" y="3643405"/>
                    <a:pt x="2395991" y="3643405"/>
                    <a:pt x="2405571" y="3644880"/>
                  </a:cubicBezTo>
                  <a:cubicBezTo>
                    <a:pt x="2411958" y="3644880"/>
                    <a:pt x="2421539" y="3643405"/>
                    <a:pt x="2427926" y="3641930"/>
                  </a:cubicBezTo>
                  <a:cubicBezTo>
                    <a:pt x="2431119" y="3641930"/>
                    <a:pt x="2437506" y="3640455"/>
                    <a:pt x="2440700" y="3641930"/>
                  </a:cubicBezTo>
                  <a:cubicBezTo>
                    <a:pt x="2453474" y="3646355"/>
                    <a:pt x="2472634" y="3647830"/>
                    <a:pt x="2485408" y="3655205"/>
                  </a:cubicBezTo>
                  <a:cubicBezTo>
                    <a:pt x="2494989" y="3661106"/>
                    <a:pt x="2510957" y="3664056"/>
                    <a:pt x="2517344" y="3672906"/>
                  </a:cubicBezTo>
                  <a:cubicBezTo>
                    <a:pt x="2520537" y="3675856"/>
                    <a:pt x="2533311" y="3678806"/>
                    <a:pt x="2539698" y="3680282"/>
                  </a:cubicBezTo>
                  <a:cubicBezTo>
                    <a:pt x="2539698" y="3680282"/>
                    <a:pt x="2542892" y="3680282"/>
                    <a:pt x="2546085" y="3681757"/>
                  </a:cubicBezTo>
                  <a:cubicBezTo>
                    <a:pt x="2549278" y="3686182"/>
                    <a:pt x="2558859" y="3684706"/>
                    <a:pt x="2565246" y="3683231"/>
                  </a:cubicBezTo>
                  <a:cubicBezTo>
                    <a:pt x="2571633" y="3683231"/>
                    <a:pt x="2578020" y="3681757"/>
                    <a:pt x="2581213" y="3686182"/>
                  </a:cubicBezTo>
                  <a:cubicBezTo>
                    <a:pt x="2581213" y="3687657"/>
                    <a:pt x="2590794" y="3689132"/>
                    <a:pt x="2593987" y="3690607"/>
                  </a:cubicBezTo>
                  <a:cubicBezTo>
                    <a:pt x="2603568" y="3693557"/>
                    <a:pt x="2613148" y="3696507"/>
                    <a:pt x="2619535" y="3699457"/>
                  </a:cubicBezTo>
                  <a:cubicBezTo>
                    <a:pt x="2622729" y="3700932"/>
                    <a:pt x="2625922" y="3702407"/>
                    <a:pt x="2625922" y="3703882"/>
                  </a:cubicBezTo>
                  <a:cubicBezTo>
                    <a:pt x="2625922" y="3708308"/>
                    <a:pt x="2635503" y="3711258"/>
                    <a:pt x="2645083" y="3711258"/>
                  </a:cubicBezTo>
                  <a:cubicBezTo>
                    <a:pt x="2657857" y="3712733"/>
                    <a:pt x="2667438" y="3712733"/>
                    <a:pt x="2680212" y="3714208"/>
                  </a:cubicBezTo>
                  <a:cubicBezTo>
                    <a:pt x="2683405" y="3714208"/>
                    <a:pt x="2683405" y="3717158"/>
                    <a:pt x="2686599" y="3717158"/>
                  </a:cubicBezTo>
                  <a:cubicBezTo>
                    <a:pt x="2689792" y="3720108"/>
                    <a:pt x="2692986" y="3724533"/>
                    <a:pt x="2705760" y="3721583"/>
                  </a:cubicBezTo>
                  <a:cubicBezTo>
                    <a:pt x="2712147" y="3720108"/>
                    <a:pt x="2731307" y="3723058"/>
                    <a:pt x="2734501" y="3726009"/>
                  </a:cubicBezTo>
                  <a:cubicBezTo>
                    <a:pt x="2740888" y="3736334"/>
                    <a:pt x="2763242" y="3736334"/>
                    <a:pt x="2779210" y="3739284"/>
                  </a:cubicBezTo>
                  <a:cubicBezTo>
                    <a:pt x="2782404" y="3739284"/>
                    <a:pt x="2785597" y="3739284"/>
                    <a:pt x="2785597" y="3740759"/>
                  </a:cubicBezTo>
                  <a:cubicBezTo>
                    <a:pt x="2795177" y="3746659"/>
                    <a:pt x="2807951" y="3748134"/>
                    <a:pt x="2820725" y="3751085"/>
                  </a:cubicBezTo>
                  <a:cubicBezTo>
                    <a:pt x="2833499" y="3754034"/>
                    <a:pt x="2846273" y="3759935"/>
                    <a:pt x="2859047" y="3765835"/>
                  </a:cubicBezTo>
                  <a:lnTo>
                    <a:pt x="2875015" y="3773210"/>
                  </a:lnTo>
                  <a:cubicBezTo>
                    <a:pt x="2878208" y="3774685"/>
                    <a:pt x="2881402" y="3774685"/>
                    <a:pt x="2884595" y="3774685"/>
                  </a:cubicBezTo>
                  <a:cubicBezTo>
                    <a:pt x="2894176" y="3774685"/>
                    <a:pt x="2903756" y="3773210"/>
                    <a:pt x="2910143" y="3777636"/>
                  </a:cubicBezTo>
                  <a:cubicBezTo>
                    <a:pt x="2910143" y="3777636"/>
                    <a:pt x="2913337" y="3779111"/>
                    <a:pt x="2916530" y="3779111"/>
                  </a:cubicBezTo>
                  <a:cubicBezTo>
                    <a:pt x="2942078" y="3777636"/>
                    <a:pt x="2958046" y="3785011"/>
                    <a:pt x="2974013" y="3792386"/>
                  </a:cubicBezTo>
                  <a:cubicBezTo>
                    <a:pt x="2980400" y="3795336"/>
                    <a:pt x="2993174" y="3796811"/>
                    <a:pt x="2999561" y="3796811"/>
                  </a:cubicBezTo>
                  <a:cubicBezTo>
                    <a:pt x="3018722" y="3799761"/>
                    <a:pt x="3041076" y="3801237"/>
                    <a:pt x="3057044" y="3807137"/>
                  </a:cubicBezTo>
                  <a:cubicBezTo>
                    <a:pt x="3066624" y="3810087"/>
                    <a:pt x="3079398" y="3814512"/>
                    <a:pt x="3088979" y="3814512"/>
                  </a:cubicBezTo>
                  <a:cubicBezTo>
                    <a:pt x="3104946" y="3814512"/>
                    <a:pt x="3111333" y="3820412"/>
                    <a:pt x="3117720" y="3824837"/>
                  </a:cubicBezTo>
                  <a:cubicBezTo>
                    <a:pt x="3136882" y="3826313"/>
                    <a:pt x="3156042" y="3826313"/>
                    <a:pt x="3165623" y="3835163"/>
                  </a:cubicBezTo>
                  <a:cubicBezTo>
                    <a:pt x="3165623" y="3836638"/>
                    <a:pt x="3168816" y="3836638"/>
                    <a:pt x="3172010" y="3836638"/>
                  </a:cubicBezTo>
                  <a:cubicBezTo>
                    <a:pt x="3184784" y="3838113"/>
                    <a:pt x="3197558" y="3839588"/>
                    <a:pt x="3210332" y="3842538"/>
                  </a:cubicBezTo>
                  <a:cubicBezTo>
                    <a:pt x="3216719" y="3844013"/>
                    <a:pt x="3223106" y="3846963"/>
                    <a:pt x="3232686" y="3849913"/>
                  </a:cubicBezTo>
                  <a:cubicBezTo>
                    <a:pt x="3235880" y="3849913"/>
                    <a:pt x="3235880" y="3851389"/>
                    <a:pt x="3239073" y="3851389"/>
                  </a:cubicBezTo>
                  <a:cubicBezTo>
                    <a:pt x="3261428" y="3851389"/>
                    <a:pt x="3267815" y="3858764"/>
                    <a:pt x="3280589" y="3864664"/>
                  </a:cubicBezTo>
                  <a:cubicBezTo>
                    <a:pt x="3299749" y="3872040"/>
                    <a:pt x="3322104" y="3879415"/>
                    <a:pt x="3338072" y="3888265"/>
                  </a:cubicBezTo>
                  <a:cubicBezTo>
                    <a:pt x="3347652" y="3894165"/>
                    <a:pt x="3363620" y="3897116"/>
                    <a:pt x="3373200" y="3900066"/>
                  </a:cubicBezTo>
                  <a:lnTo>
                    <a:pt x="3392361" y="3904491"/>
                  </a:lnTo>
                  <a:cubicBezTo>
                    <a:pt x="3398748" y="3907441"/>
                    <a:pt x="3405135" y="3910391"/>
                    <a:pt x="3414715" y="3913341"/>
                  </a:cubicBezTo>
                  <a:cubicBezTo>
                    <a:pt x="3424296" y="3914816"/>
                    <a:pt x="3427489" y="3920716"/>
                    <a:pt x="3440263" y="3919242"/>
                  </a:cubicBezTo>
                  <a:cubicBezTo>
                    <a:pt x="3446650" y="3919242"/>
                    <a:pt x="3453037" y="3920716"/>
                    <a:pt x="3459424" y="3922192"/>
                  </a:cubicBezTo>
                  <a:cubicBezTo>
                    <a:pt x="3469005" y="3925142"/>
                    <a:pt x="3472198" y="3928092"/>
                    <a:pt x="3484972" y="3928092"/>
                  </a:cubicBezTo>
                  <a:cubicBezTo>
                    <a:pt x="3491359" y="3928092"/>
                    <a:pt x="3497746" y="3931042"/>
                    <a:pt x="3500940" y="3932517"/>
                  </a:cubicBezTo>
                  <a:cubicBezTo>
                    <a:pt x="3516907" y="3935057"/>
                    <a:pt x="3532875" y="3935057"/>
                    <a:pt x="3542455" y="3926617"/>
                  </a:cubicBezTo>
                  <a:lnTo>
                    <a:pt x="3545649" y="3925142"/>
                  </a:lnTo>
                  <a:cubicBezTo>
                    <a:pt x="3558422" y="3928092"/>
                    <a:pt x="3558422" y="3922192"/>
                    <a:pt x="3561616" y="3919242"/>
                  </a:cubicBezTo>
                  <a:cubicBezTo>
                    <a:pt x="3564810" y="3917767"/>
                    <a:pt x="3571196" y="3916292"/>
                    <a:pt x="3574390" y="3914816"/>
                  </a:cubicBezTo>
                  <a:cubicBezTo>
                    <a:pt x="3580777" y="3911866"/>
                    <a:pt x="3587164" y="3910391"/>
                    <a:pt x="3596745" y="3907441"/>
                  </a:cubicBezTo>
                  <a:cubicBezTo>
                    <a:pt x="3599938" y="3905966"/>
                    <a:pt x="3606325" y="3904491"/>
                    <a:pt x="3609519" y="3904491"/>
                  </a:cubicBezTo>
                  <a:cubicBezTo>
                    <a:pt x="3625486" y="3904491"/>
                    <a:pt x="3635067" y="3901541"/>
                    <a:pt x="3647841" y="3895641"/>
                  </a:cubicBezTo>
                  <a:cubicBezTo>
                    <a:pt x="3657421" y="3891215"/>
                    <a:pt x="3673389" y="3888265"/>
                    <a:pt x="3686162" y="3885315"/>
                  </a:cubicBezTo>
                  <a:cubicBezTo>
                    <a:pt x="3698936" y="3882365"/>
                    <a:pt x="3711710" y="3879415"/>
                    <a:pt x="3727678" y="3877940"/>
                  </a:cubicBezTo>
                  <a:cubicBezTo>
                    <a:pt x="3737258" y="3876465"/>
                    <a:pt x="3746839" y="3876465"/>
                    <a:pt x="3756419" y="3876465"/>
                  </a:cubicBezTo>
                  <a:lnTo>
                    <a:pt x="3762806" y="3876465"/>
                  </a:lnTo>
                  <a:cubicBezTo>
                    <a:pt x="3775580" y="3873515"/>
                    <a:pt x="3788354" y="3869089"/>
                    <a:pt x="3804322" y="3866139"/>
                  </a:cubicBezTo>
                  <a:lnTo>
                    <a:pt x="3813902" y="3866139"/>
                  </a:lnTo>
                  <a:cubicBezTo>
                    <a:pt x="3829869" y="3869089"/>
                    <a:pt x="3845837" y="3869089"/>
                    <a:pt x="3861805" y="3863189"/>
                  </a:cubicBezTo>
                  <a:cubicBezTo>
                    <a:pt x="3864998" y="3861714"/>
                    <a:pt x="3871385" y="3860239"/>
                    <a:pt x="3874579" y="3858764"/>
                  </a:cubicBezTo>
                  <a:cubicBezTo>
                    <a:pt x="3890546" y="3861714"/>
                    <a:pt x="3906514" y="3867615"/>
                    <a:pt x="3925674" y="3867615"/>
                  </a:cubicBezTo>
                  <a:cubicBezTo>
                    <a:pt x="3932062" y="3867615"/>
                    <a:pt x="3941642" y="3866139"/>
                    <a:pt x="3948029" y="3864664"/>
                  </a:cubicBezTo>
                  <a:cubicBezTo>
                    <a:pt x="3960803" y="3864664"/>
                    <a:pt x="3973577" y="3864664"/>
                    <a:pt x="3983157" y="3863189"/>
                  </a:cubicBezTo>
                  <a:cubicBezTo>
                    <a:pt x="3995931" y="3861714"/>
                    <a:pt x="4011899" y="3863189"/>
                    <a:pt x="4024673" y="3860239"/>
                  </a:cubicBezTo>
                  <a:cubicBezTo>
                    <a:pt x="4031060" y="3852864"/>
                    <a:pt x="4034253" y="3852864"/>
                    <a:pt x="4050221" y="3854339"/>
                  </a:cubicBezTo>
                  <a:cubicBezTo>
                    <a:pt x="4069382" y="3855814"/>
                    <a:pt x="4082156" y="3854339"/>
                    <a:pt x="4094930" y="3846963"/>
                  </a:cubicBezTo>
                  <a:cubicBezTo>
                    <a:pt x="4101317" y="3842538"/>
                    <a:pt x="4117284" y="3842538"/>
                    <a:pt x="4126864" y="3839588"/>
                  </a:cubicBezTo>
                  <a:cubicBezTo>
                    <a:pt x="4130058" y="3839588"/>
                    <a:pt x="4133252" y="3838113"/>
                    <a:pt x="4136445" y="3838113"/>
                  </a:cubicBezTo>
                  <a:cubicBezTo>
                    <a:pt x="4142832" y="3836638"/>
                    <a:pt x="4146026" y="3836638"/>
                    <a:pt x="4152413" y="3835163"/>
                  </a:cubicBezTo>
                  <a:cubicBezTo>
                    <a:pt x="4168380" y="3832213"/>
                    <a:pt x="4184347" y="3830738"/>
                    <a:pt x="4200315" y="3826313"/>
                  </a:cubicBezTo>
                  <a:cubicBezTo>
                    <a:pt x="4216282" y="3821888"/>
                    <a:pt x="4229057" y="3818937"/>
                    <a:pt x="4245024" y="3824837"/>
                  </a:cubicBezTo>
                  <a:lnTo>
                    <a:pt x="4251411" y="3824837"/>
                  </a:lnTo>
                  <a:cubicBezTo>
                    <a:pt x="4257798" y="3823363"/>
                    <a:pt x="4260992" y="3823363"/>
                    <a:pt x="4267378" y="3821888"/>
                  </a:cubicBezTo>
                  <a:cubicBezTo>
                    <a:pt x="4267378" y="3817462"/>
                    <a:pt x="4267378" y="3811562"/>
                    <a:pt x="4280152" y="3807137"/>
                  </a:cubicBezTo>
                  <a:cubicBezTo>
                    <a:pt x="4283346" y="3805662"/>
                    <a:pt x="4283346" y="3802711"/>
                    <a:pt x="4289733" y="3801237"/>
                  </a:cubicBezTo>
                  <a:cubicBezTo>
                    <a:pt x="4296120" y="3798286"/>
                    <a:pt x="4305700" y="3798286"/>
                    <a:pt x="4312087" y="3799761"/>
                  </a:cubicBezTo>
                  <a:cubicBezTo>
                    <a:pt x="4315281" y="3801237"/>
                    <a:pt x="4321668" y="3799761"/>
                    <a:pt x="4324861" y="3799761"/>
                  </a:cubicBezTo>
                  <a:cubicBezTo>
                    <a:pt x="4344022" y="3798286"/>
                    <a:pt x="4366377" y="3798286"/>
                    <a:pt x="4385537" y="3796811"/>
                  </a:cubicBezTo>
                  <a:cubicBezTo>
                    <a:pt x="4404699" y="3795336"/>
                    <a:pt x="4423860" y="3793861"/>
                    <a:pt x="4443021" y="3790911"/>
                  </a:cubicBezTo>
                  <a:cubicBezTo>
                    <a:pt x="4455794" y="3787961"/>
                    <a:pt x="4468569" y="3789436"/>
                    <a:pt x="4481342" y="3789436"/>
                  </a:cubicBezTo>
                  <a:cubicBezTo>
                    <a:pt x="4506891" y="3790911"/>
                    <a:pt x="4529245" y="3790911"/>
                    <a:pt x="4551599" y="3785011"/>
                  </a:cubicBezTo>
                  <a:lnTo>
                    <a:pt x="4545212" y="3782061"/>
                  </a:lnTo>
                  <a:cubicBezTo>
                    <a:pt x="4551599" y="3780586"/>
                    <a:pt x="4557986" y="3780586"/>
                    <a:pt x="4567567" y="3780586"/>
                  </a:cubicBezTo>
                  <a:cubicBezTo>
                    <a:pt x="4573953" y="3785011"/>
                    <a:pt x="4583534" y="3782061"/>
                    <a:pt x="4589921" y="3779111"/>
                  </a:cubicBezTo>
                  <a:cubicBezTo>
                    <a:pt x="4599502" y="3774685"/>
                    <a:pt x="4609082" y="3776161"/>
                    <a:pt x="4621856" y="3776161"/>
                  </a:cubicBezTo>
                  <a:cubicBezTo>
                    <a:pt x="4634630" y="3777636"/>
                    <a:pt x="4650598" y="3774685"/>
                    <a:pt x="4666565" y="3773210"/>
                  </a:cubicBezTo>
                  <a:cubicBezTo>
                    <a:pt x="4669758" y="3773210"/>
                    <a:pt x="4672952" y="3770260"/>
                    <a:pt x="4672952" y="3768785"/>
                  </a:cubicBezTo>
                  <a:cubicBezTo>
                    <a:pt x="4679339" y="3768785"/>
                    <a:pt x="4685726" y="3767310"/>
                    <a:pt x="4695307" y="3767310"/>
                  </a:cubicBezTo>
                  <a:lnTo>
                    <a:pt x="4708081" y="3767310"/>
                  </a:lnTo>
                  <a:cubicBezTo>
                    <a:pt x="4720855" y="3770260"/>
                    <a:pt x="4733628" y="3770260"/>
                    <a:pt x="4746403" y="3767310"/>
                  </a:cubicBezTo>
                  <a:cubicBezTo>
                    <a:pt x="4749596" y="3765835"/>
                    <a:pt x="4755983" y="3765835"/>
                    <a:pt x="4759176" y="3765835"/>
                  </a:cubicBezTo>
                  <a:cubicBezTo>
                    <a:pt x="4768757" y="3764360"/>
                    <a:pt x="4778338" y="3765835"/>
                    <a:pt x="4784724" y="3761410"/>
                  </a:cubicBezTo>
                  <a:cubicBezTo>
                    <a:pt x="4787918" y="3759935"/>
                    <a:pt x="4794305" y="3761410"/>
                    <a:pt x="4800692" y="3759935"/>
                  </a:cubicBezTo>
                  <a:lnTo>
                    <a:pt x="4893303" y="3759935"/>
                  </a:lnTo>
                  <a:cubicBezTo>
                    <a:pt x="4906077" y="3759935"/>
                    <a:pt x="4922044" y="3761410"/>
                    <a:pt x="4934819" y="3762885"/>
                  </a:cubicBezTo>
                  <a:cubicBezTo>
                    <a:pt x="4950786" y="3764360"/>
                    <a:pt x="4963560" y="3762885"/>
                    <a:pt x="4976334" y="3761410"/>
                  </a:cubicBezTo>
                  <a:lnTo>
                    <a:pt x="4998688" y="3761410"/>
                  </a:lnTo>
                  <a:cubicBezTo>
                    <a:pt x="5008269" y="3761410"/>
                    <a:pt x="5017849" y="3762885"/>
                    <a:pt x="5027430" y="3761410"/>
                  </a:cubicBezTo>
                  <a:cubicBezTo>
                    <a:pt x="5033816" y="3761410"/>
                    <a:pt x="5037010" y="3758460"/>
                    <a:pt x="5040204" y="3755510"/>
                  </a:cubicBezTo>
                  <a:cubicBezTo>
                    <a:pt x="5046591" y="3751085"/>
                    <a:pt x="5056171" y="3749609"/>
                    <a:pt x="5068945" y="3749609"/>
                  </a:cubicBezTo>
                  <a:cubicBezTo>
                    <a:pt x="5078526" y="3749609"/>
                    <a:pt x="5088106" y="3748134"/>
                    <a:pt x="5097687" y="3746659"/>
                  </a:cubicBezTo>
                  <a:lnTo>
                    <a:pt x="5104074" y="3746659"/>
                  </a:lnTo>
                  <a:cubicBezTo>
                    <a:pt x="5116847" y="3755510"/>
                    <a:pt x="5136009" y="3749609"/>
                    <a:pt x="5151976" y="3751085"/>
                  </a:cubicBezTo>
                  <a:lnTo>
                    <a:pt x="5158363" y="3751085"/>
                  </a:lnTo>
                  <a:cubicBezTo>
                    <a:pt x="5171137" y="3754034"/>
                    <a:pt x="5187104" y="3756985"/>
                    <a:pt x="5199879" y="3758460"/>
                  </a:cubicBezTo>
                  <a:cubicBezTo>
                    <a:pt x="5215846" y="3759935"/>
                    <a:pt x="5228620" y="3767310"/>
                    <a:pt x="5241394" y="3767310"/>
                  </a:cubicBezTo>
                  <a:cubicBezTo>
                    <a:pt x="5263749" y="3767310"/>
                    <a:pt x="5282909" y="3774685"/>
                    <a:pt x="5302070" y="3776161"/>
                  </a:cubicBezTo>
                  <a:cubicBezTo>
                    <a:pt x="5318038" y="3777636"/>
                    <a:pt x="5334005" y="3780586"/>
                    <a:pt x="5349973" y="3783536"/>
                  </a:cubicBezTo>
                  <a:cubicBezTo>
                    <a:pt x="5356360" y="3785011"/>
                    <a:pt x="5365940" y="3783536"/>
                    <a:pt x="5372327" y="3783536"/>
                  </a:cubicBezTo>
                  <a:cubicBezTo>
                    <a:pt x="5391488" y="3785011"/>
                    <a:pt x="5410649" y="3785011"/>
                    <a:pt x="5429810" y="3786486"/>
                  </a:cubicBezTo>
                  <a:lnTo>
                    <a:pt x="5433003" y="3786486"/>
                  </a:lnTo>
                  <a:cubicBezTo>
                    <a:pt x="5455358" y="3785011"/>
                    <a:pt x="5477713" y="3787961"/>
                    <a:pt x="5500067" y="3787961"/>
                  </a:cubicBezTo>
                  <a:cubicBezTo>
                    <a:pt x="5503261" y="3525400"/>
                    <a:pt x="5487293" y="3262838"/>
                    <a:pt x="5468132" y="3000277"/>
                  </a:cubicBezTo>
                  <a:cubicBezTo>
                    <a:pt x="5448971" y="2750992"/>
                    <a:pt x="5429810" y="2501706"/>
                    <a:pt x="5426617" y="2252421"/>
                  </a:cubicBezTo>
                  <a:cubicBezTo>
                    <a:pt x="5426617" y="2127040"/>
                    <a:pt x="5429810" y="2003135"/>
                    <a:pt x="5436197" y="1877755"/>
                  </a:cubicBezTo>
                  <a:cubicBezTo>
                    <a:pt x="5445778" y="1752374"/>
                    <a:pt x="5464938" y="1626994"/>
                    <a:pt x="5477713" y="1501614"/>
                  </a:cubicBezTo>
                  <a:cubicBezTo>
                    <a:pt x="5510264" y="1104822"/>
                    <a:pt x="5493680" y="706555"/>
                    <a:pt x="5480906" y="309763"/>
                  </a:cubicBezTo>
                  <a:cubicBezTo>
                    <a:pt x="5471326" y="308288"/>
                    <a:pt x="5464938" y="306813"/>
                    <a:pt x="5458551" y="305338"/>
                  </a:cubicBezTo>
                  <a:cubicBezTo>
                    <a:pt x="5448971" y="302388"/>
                    <a:pt x="5439391" y="300913"/>
                    <a:pt x="5426617" y="302388"/>
                  </a:cubicBezTo>
                  <a:lnTo>
                    <a:pt x="5407456" y="302388"/>
                  </a:lnTo>
                  <a:cubicBezTo>
                    <a:pt x="5397875" y="302388"/>
                    <a:pt x="5385101" y="302388"/>
                    <a:pt x="5378714" y="308288"/>
                  </a:cubicBezTo>
                  <a:cubicBezTo>
                    <a:pt x="5378714" y="308288"/>
                    <a:pt x="5375521" y="309763"/>
                    <a:pt x="5372327" y="309763"/>
                  </a:cubicBezTo>
                  <a:lnTo>
                    <a:pt x="5359553" y="309763"/>
                  </a:lnTo>
                  <a:cubicBezTo>
                    <a:pt x="5356360" y="306813"/>
                    <a:pt x="5362746" y="300913"/>
                    <a:pt x="5346779" y="302388"/>
                  </a:cubicBezTo>
                  <a:cubicBezTo>
                    <a:pt x="5340392" y="302388"/>
                    <a:pt x="5330812" y="303863"/>
                    <a:pt x="5324425" y="303863"/>
                  </a:cubicBezTo>
                  <a:lnTo>
                    <a:pt x="5276522" y="303863"/>
                  </a:lnTo>
                  <a:cubicBezTo>
                    <a:pt x="5273329" y="300913"/>
                    <a:pt x="5270135" y="297963"/>
                    <a:pt x="5263749" y="293537"/>
                  </a:cubicBezTo>
                  <a:cubicBezTo>
                    <a:pt x="5260555" y="290587"/>
                    <a:pt x="5257361" y="289112"/>
                    <a:pt x="5247781" y="292062"/>
                  </a:cubicBezTo>
                  <a:cubicBezTo>
                    <a:pt x="5241394" y="293537"/>
                    <a:pt x="5238201" y="293537"/>
                    <a:pt x="5235007" y="290587"/>
                  </a:cubicBezTo>
                  <a:cubicBezTo>
                    <a:pt x="5225426" y="283212"/>
                    <a:pt x="5215846" y="277312"/>
                    <a:pt x="5196685" y="275837"/>
                  </a:cubicBezTo>
                  <a:cubicBezTo>
                    <a:pt x="5193491" y="275837"/>
                    <a:pt x="5190298" y="272887"/>
                    <a:pt x="5187104" y="271412"/>
                  </a:cubicBezTo>
                  <a:cubicBezTo>
                    <a:pt x="5180718" y="268461"/>
                    <a:pt x="5177524" y="265511"/>
                    <a:pt x="5167944" y="265511"/>
                  </a:cubicBezTo>
                  <a:cubicBezTo>
                    <a:pt x="5164750" y="265511"/>
                    <a:pt x="5158363" y="262561"/>
                    <a:pt x="5158363" y="261086"/>
                  </a:cubicBezTo>
                  <a:cubicBezTo>
                    <a:pt x="5155170" y="255186"/>
                    <a:pt x="5155170" y="250761"/>
                    <a:pt x="5155170" y="244860"/>
                  </a:cubicBezTo>
                  <a:cubicBezTo>
                    <a:pt x="5151976" y="238960"/>
                    <a:pt x="5145589" y="233060"/>
                    <a:pt x="5136009" y="230110"/>
                  </a:cubicBezTo>
                  <a:cubicBezTo>
                    <a:pt x="5120041" y="225685"/>
                    <a:pt x="5107267" y="219784"/>
                    <a:pt x="5091299" y="215359"/>
                  </a:cubicBezTo>
                  <a:cubicBezTo>
                    <a:pt x="5088106" y="213884"/>
                    <a:pt x="5081719" y="212409"/>
                    <a:pt x="5075332" y="212409"/>
                  </a:cubicBezTo>
                  <a:cubicBezTo>
                    <a:pt x="5065751" y="210934"/>
                    <a:pt x="5056171" y="209459"/>
                    <a:pt x="5046591" y="209459"/>
                  </a:cubicBezTo>
                  <a:cubicBezTo>
                    <a:pt x="5037010" y="209459"/>
                    <a:pt x="5024236" y="209459"/>
                    <a:pt x="5014656" y="212409"/>
                  </a:cubicBezTo>
                  <a:cubicBezTo>
                    <a:pt x="4995495" y="216834"/>
                    <a:pt x="4979527" y="210934"/>
                    <a:pt x="4963560" y="210934"/>
                  </a:cubicBezTo>
                  <a:cubicBezTo>
                    <a:pt x="4947592" y="209459"/>
                    <a:pt x="4931625" y="206509"/>
                    <a:pt x="4918851" y="205034"/>
                  </a:cubicBezTo>
                  <a:lnTo>
                    <a:pt x="4877336" y="205034"/>
                  </a:lnTo>
                  <a:cubicBezTo>
                    <a:pt x="4842207" y="207984"/>
                    <a:pt x="4813466" y="199133"/>
                    <a:pt x="4778337" y="197658"/>
                  </a:cubicBezTo>
                  <a:cubicBezTo>
                    <a:pt x="4768757" y="197658"/>
                    <a:pt x="4759176" y="193233"/>
                    <a:pt x="4749596" y="190283"/>
                  </a:cubicBezTo>
                  <a:cubicBezTo>
                    <a:pt x="4743209" y="187333"/>
                    <a:pt x="4736822" y="187333"/>
                    <a:pt x="4727241" y="188808"/>
                  </a:cubicBezTo>
                  <a:cubicBezTo>
                    <a:pt x="4714467" y="190283"/>
                    <a:pt x="4701693" y="188808"/>
                    <a:pt x="4688920" y="190283"/>
                  </a:cubicBezTo>
                  <a:cubicBezTo>
                    <a:pt x="4669758" y="193233"/>
                    <a:pt x="4653791" y="185858"/>
                    <a:pt x="4634630" y="185858"/>
                  </a:cubicBezTo>
                  <a:cubicBezTo>
                    <a:pt x="4618662" y="187333"/>
                    <a:pt x="4602695" y="187333"/>
                    <a:pt x="4586728" y="188808"/>
                  </a:cubicBezTo>
                  <a:lnTo>
                    <a:pt x="4548405" y="193233"/>
                  </a:lnTo>
                  <a:cubicBezTo>
                    <a:pt x="4522857" y="199133"/>
                    <a:pt x="4503697" y="191758"/>
                    <a:pt x="4481342" y="188808"/>
                  </a:cubicBezTo>
                  <a:cubicBezTo>
                    <a:pt x="4465375" y="187333"/>
                    <a:pt x="4455794" y="184383"/>
                    <a:pt x="4443020" y="179958"/>
                  </a:cubicBezTo>
                  <a:cubicBezTo>
                    <a:pt x="4430246" y="175532"/>
                    <a:pt x="4417473" y="179958"/>
                    <a:pt x="4407892" y="179958"/>
                  </a:cubicBezTo>
                  <a:cubicBezTo>
                    <a:pt x="4398311" y="179958"/>
                    <a:pt x="4391925" y="184383"/>
                    <a:pt x="4385537" y="185858"/>
                  </a:cubicBezTo>
                  <a:cubicBezTo>
                    <a:pt x="4375957" y="187333"/>
                    <a:pt x="4366377" y="187333"/>
                    <a:pt x="4356796" y="187333"/>
                  </a:cubicBezTo>
                  <a:cubicBezTo>
                    <a:pt x="4347215" y="187333"/>
                    <a:pt x="4334441" y="185858"/>
                    <a:pt x="4324861" y="187333"/>
                  </a:cubicBezTo>
                  <a:cubicBezTo>
                    <a:pt x="4308893" y="190283"/>
                    <a:pt x="4296120" y="194708"/>
                    <a:pt x="4283345" y="197658"/>
                  </a:cubicBezTo>
                  <a:cubicBezTo>
                    <a:pt x="4280152" y="199133"/>
                    <a:pt x="4276958" y="200608"/>
                    <a:pt x="4273765" y="200608"/>
                  </a:cubicBezTo>
                  <a:cubicBezTo>
                    <a:pt x="4251410" y="206509"/>
                    <a:pt x="4225863" y="207984"/>
                    <a:pt x="4197121" y="207984"/>
                  </a:cubicBezTo>
                  <a:cubicBezTo>
                    <a:pt x="4181154" y="207984"/>
                    <a:pt x="4165186" y="207984"/>
                    <a:pt x="4149219" y="206509"/>
                  </a:cubicBezTo>
                  <a:cubicBezTo>
                    <a:pt x="4139638" y="206509"/>
                    <a:pt x="4133251" y="202084"/>
                    <a:pt x="4126864" y="202084"/>
                  </a:cubicBezTo>
                  <a:cubicBezTo>
                    <a:pt x="4104510" y="200608"/>
                    <a:pt x="4085349" y="200608"/>
                    <a:pt x="4062994" y="200608"/>
                  </a:cubicBezTo>
                  <a:cubicBezTo>
                    <a:pt x="4059801" y="200608"/>
                    <a:pt x="4056608" y="202084"/>
                    <a:pt x="4053414" y="202084"/>
                  </a:cubicBezTo>
                  <a:cubicBezTo>
                    <a:pt x="4040640" y="205034"/>
                    <a:pt x="4027866" y="209459"/>
                    <a:pt x="4015092" y="212409"/>
                  </a:cubicBezTo>
                  <a:cubicBezTo>
                    <a:pt x="3992738" y="215359"/>
                    <a:pt x="3970383" y="218309"/>
                    <a:pt x="3948029" y="219784"/>
                  </a:cubicBezTo>
                  <a:lnTo>
                    <a:pt x="3938448" y="219784"/>
                  </a:lnTo>
                  <a:cubicBezTo>
                    <a:pt x="3919287" y="215359"/>
                    <a:pt x="3903320" y="219784"/>
                    <a:pt x="3884159" y="221259"/>
                  </a:cubicBezTo>
                  <a:cubicBezTo>
                    <a:pt x="3864998" y="224209"/>
                    <a:pt x="3845837" y="228635"/>
                    <a:pt x="3826676" y="231585"/>
                  </a:cubicBezTo>
                  <a:cubicBezTo>
                    <a:pt x="3820289" y="233060"/>
                    <a:pt x="3813902" y="231585"/>
                    <a:pt x="3807515" y="230110"/>
                  </a:cubicBezTo>
                  <a:cubicBezTo>
                    <a:pt x="3797935" y="228635"/>
                    <a:pt x="3791547" y="228635"/>
                    <a:pt x="3785161" y="231585"/>
                  </a:cubicBezTo>
                  <a:cubicBezTo>
                    <a:pt x="3781967" y="233060"/>
                    <a:pt x="3778773" y="233060"/>
                    <a:pt x="3775580" y="233060"/>
                  </a:cubicBezTo>
                  <a:cubicBezTo>
                    <a:pt x="3765999" y="234535"/>
                    <a:pt x="3756419" y="234535"/>
                    <a:pt x="3750032" y="236010"/>
                  </a:cubicBezTo>
                  <a:cubicBezTo>
                    <a:pt x="3737258" y="240435"/>
                    <a:pt x="3724484" y="238960"/>
                    <a:pt x="3711710" y="241910"/>
                  </a:cubicBezTo>
                  <a:cubicBezTo>
                    <a:pt x="3698936" y="244860"/>
                    <a:pt x="3686162" y="244860"/>
                    <a:pt x="3676582" y="249286"/>
                  </a:cubicBezTo>
                  <a:cubicBezTo>
                    <a:pt x="3673388" y="250761"/>
                    <a:pt x="3667001" y="250761"/>
                    <a:pt x="3660614" y="250761"/>
                  </a:cubicBezTo>
                  <a:cubicBezTo>
                    <a:pt x="3644647" y="252236"/>
                    <a:pt x="3631873" y="256661"/>
                    <a:pt x="3622292" y="262561"/>
                  </a:cubicBezTo>
                  <a:cubicBezTo>
                    <a:pt x="3609519" y="268461"/>
                    <a:pt x="3596745" y="272887"/>
                    <a:pt x="3583970" y="277312"/>
                  </a:cubicBezTo>
                  <a:cubicBezTo>
                    <a:pt x="3580777" y="278787"/>
                    <a:pt x="3571196" y="278787"/>
                    <a:pt x="3568003" y="278787"/>
                  </a:cubicBezTo>
                  <a:cubicBezTo>
                    <a:pt x="3555229" y="278787"/>
                    <a:pt x="3542455" y="277312"/>
                    <a:pt x="3532874" y="275837"/>
                  </a:cubicBezTo>
                  <a:cubicBezTo>
                    <a:pt x="3526488" y="275837"/>
                    <a:pt x="3523294" y="274362"/>
                    <a:pt x="3516907" y="274362"/>
                  </a:cubicBezTo>
                  <a:cubicBezTo>
                    <a:pt x="3497746" y="278787"/>
                    <a:pt x="3475391" y="275837"/>
                    <a:pt x="3456231" y="275837"/>
                  </a:cubicBezTo>
                  <a:cubicBezTo>
                    <a:pt x="3453037" y="275837"/>
                    <a:pt x="3446650" y="274362"/>
                    <a:pt x="3443457" y="272887"/>
                  </a:cubicBezTo>
                  <a:cubicBezTo>
                    <a:pt x="3430683" y="268461"/>
                    <a:pt x="3417909" y="268461"/>
                    <a:pt x="3405135" y="271412"/>
                  </a:cubicBezTo>
                  <a:cubicBezTo>
                    <a:pt x="3395554" y="272887"/>
                    <a:pt x="3385974" y="272887"/>
                    <a:pt x="3379587" y="269936"/>
                  </a:cubicBezTo>
                  <a:cubicBezTo>
                    <a:pt x="3366813" y="265511"/>
                    <a:pt x="3350845" y="262561"/>
                    <a:pt x="3334878" y="261086"/>
                  </a:cubicBezTo>
                  <a:cubicBezTo>
                    <a:pt x="3322104" y="259611"/>
                    <a:pt x="3309330" y="256661"/>
                    <a:pt x="3296556" y="253711"/>
                  </a:cubicBezTo>
                  <a:cubicBezTo>
                    <a:pt x="3290169" y="252236"/>
                    <a:pt x="3283782" y="253711"/>
                    <a:pt x="3277395" y="253711"/>
                  </a:cubicBezTo>
                  <a:cubicBezTo>
                    <a:pt x="3271008" y="253711"/>
                    <a:pt x="3267814" y="255186"/>
                    <a:pt x="3261427" y="255186"/>
                  </a:cubicBezTo>
                  <a:cubicBezTo>
                    <a:pt x="3242267" y="256661"/>
                    <a:pt x="3223106" y="259611"/>
                    <a:pt x="3207138" y="258136"/>
                  </a:cubicBezTo>
                  <a:cubicBezTo>
                    <a:pt x="3184784" y="255186"/>
                    <a:pt x="3162429" y="256661"/>
                    <a:pt x="3143268" y="250761"/>
                  </a:cubicBezTo>
                  <a:cubicBezTo>
                    <a:pt x="3133688" y="247810"/>
                    <a:pt x="3130494" y="250761"/>
                    <a:pt x="3124107" y="250761"/>
                  </a:cubicBezTo>
                  <a:cubicBezTo>
                    <a:pt x="3120914" y="250761"/>
                    <a:pt x="3117720" y="250761"/>
                    <a:pt x="3111333" y="252236"/>
                  </a:cubicBezTo>
                  <a:cubicBezTo>
                    <a:pt x="3108140" y="256661"/>
                    <a:pt x="3095366" y="259611"/>
                    <a:pt x="3079398" y="256661"/>
                  </a:cubicBezTo>
                  <a:cubicBezTo>
                    <a:pt x="3069818" y="255186"/>
                    <a:pt x="3063431" y="255186"/>
                    <a:pt x="3053850" y="256661"/>
                  </a:cubicBezTo>
                  <a:cubicBezTo>
                    <a:pt x="3044270" y="258136"/>
                    <a:pt x="3034689" y="258136"/>
                    <a:pt x="3021915" y="259611"/>
                  </a:cubicBezTo>
                  <a:lnTo>
                    <a:pt x="3018722" y="259611"/>
                  </a:lnTo>
                  <a:cubicBezTo>
                    <a:pt x="2993174" y="266986"/>
                    <a:pt x="2967626" y="261086"/>
                    <a:pt x="2938884" y="261086"/>
                  </a:cubicBezTo>
                  <a:lnTo>
                    <a:pt x="2922917" y="261086"/>
                  </a:lnTo>
                  <a:cubicBezTo>
                    <a:pt x="2903756" y="262561"/>
                    <a:pt x="2894176" y="255186"/>
                    <a:pt x="2881402" y="250761"/>
                  </a:cubicBezTo>
                  <a:cubicBezTo>
                    <a:pt x="2868628" y="246335"/>
                    <a:pt x="2855854" y="240435"/>
                    <a:pt x="2843079" y="237485"/>
                  </a:cubicBezTo>
                  <a:cubicBezTo>
                    <a:pt x="2839886" y="236010"/>
                    <a:pt x="2830306" y="237485"/>
                    <a:pt x="2823919" y="237485"/>
                  </a:cubicBezTo>
                  <a:lnTo>
                    <a:pt x="2795177" y="237485"/>
                  </a:lnTo>
                  <a:lnTo>
                    <a:pt x="2791984" y="236010"/>
                  </a:lnTo>
                  <a:cubicBezTo>
                    <a:pt x="2769629" y="238960"/>
                    <a:pt x="2756855" y="233060"/>
                    <a:pt x="2740888" y="227160"/>
                  </a:cubicBezTo>
                  <a:cubicBezTo>
                    <a:pt x="2731307" y="224209"/>
                    <a:pt x="2718533" y="221259"/>
                    <a:pt x="2708953" y="219784"/>
                  </a:cubicBezTo>
                  <a:cubicBezTo>
                    <a:pt x="2696179" y="216834"/>
                    <a:pt x="2680211" y="215359"/>
                    <a:pt x="2673824" y="207984"/>
                  </a:cubicBezTo>
                  <a:cubicBezTo>
                    <a:pt x="2670631" y="205034"/>
                    <a:pt x="2664244" y="205034"/>
                    <a:pt x="2661050" y="202084"/>
                  </a:cubicBezTo>
                  <a:cubicBezTo>
                    <a:pt x="2657857" y="199133"/>
                    <a:pt x="2654664" y="196183"/>
                    <a:pt x="2654664" y="194708"/>
                  </a:cubicBezTo>
                  <a:cubicBezTo>
                    <a:pt x="2654664" y="191758"/>
                    <a:pt x="2657857" y="188808"/>
                    <a:pt x="2661050" y="185858"/>
                  </a:cubicBezTo>
                  <a:cubicBezTo>
                    <a:pt x="2664244" y="181433"/>
                    <a:pt x="2657857" y="177007"/>
                    <a:pt x="2648276" y="174057"/>
                  </a:cubicBezTo>
                  <a:cubicBezTo>
                    <a:pt x="2645083" y="172582"/>
                    <a:pt x="2638696" y="172582"/>
                    <a:pt x="2638696" y="171107"/>
                  </a:cubicBezTo>
                  <a:cubicBezTo>
                    <a:pt x="2632309" y="162257"/>
                    <a:pt x="2616342" y="159307"/>
                    <a:pt x="2603568" y="151931"/>
                  </a:cubicBezTo>
                  <a:cubicBezTo>
                    <a:pt x="2593987" y="147506"/>
                    <a:pt x="2587600" y="141606"/>
                    <a:pt x="2581213" y="135706"/>
                  </a:cubicBezTo>
                  <a:cubicBezTo>
                    <a:pt x="2574826" y="132756"/>
                    <a:pt x="2571632" y="129805"/>
                    <a:pt x="2562052" y="126855"/>
                  </a:cubicBezTo>
                  <a:cubicBezTo>
                    <a:pt x="2539698" y="122430"/>
                    <a:pt x="2517343" y="118005"/>
                    <a:pt x="2494989" y="112105"/>
                  </a:cubicBezTo>
                  <a:cubicBezTo>
                    <a:pt x="2494989" y="123905"/>
                    <a:pt x="2488602" y="120955"/>
                    <a:pt x="2485408" y="118005"/>
                  </a:cubicBezTo>
                  <a:cubicBezTo>
                    <a:pt x="2485408" y="113580"/>
                    <a:pt x="2479021" y="112105"/>
                    <a:pt x="2469441" y="112105"/>
                  </a:cubicBezTo>
                  <a:cubicBezTo>
                    <a:pt x="2469441" y="112105"/>
                    <a:pt x="2466247" y="112105"/>
                    <a:pt x="2466247" y="110630"/>
                  </a:cubicBezTo>
                  <a:cubicBezTo>
                    <a:pt x="2463054" y="101779"/>
                    <a:pt x="2447086" y="104729"/>
                    <a:pt x="2437506" y="103254"/>
                  </a:cubicBezTo>
                  <a:cubicBezTo>
                    <a:pt x="2431119" y="101779"/>
                    <a:pt x="2424732" y="100304"/>
                    <a:pt x="2418345" y="101779"/>
                  </a:cubicBezTo>
                  <a:cubicBezTo>
                    <a:pt x="2405571" y="103254"/>
                    <a:pt x="2395990" y="98829"/>
                    <a:pt x="2383217" y="97354"/>
                  </a:cubicBezTo>
                  <a:cubicBezTo>
                    <a:pt x="2380023" y="97354"/>
                    <a:pt x="2376829" y="97354"/>
                    <a:pt x="2373636" y="98829"/>
                  </a:cubicBezTo>
                  <a:cubicBezTo>
                    <a:pt x="2367249" y="101779"/>
                    <a:pt x="2360862" y="101779"/>
                    <a:pt x="2351282" y="98829"/>
                  </a:cubicBezTo>
                  <a:cubicBezTo>
                    <a:pt x="2338508" y="94404"/>
                    <a:pt x="2325734" y="94404"/>
                    <a:pt x="2309766" y="97354"/>
                  </a:cubicBezTo>
                  <a:cubicBezTo>
                    <a:pt x="2303379" y="98829"/>
                    <a:pt x="2296992" y="98829"/>
                    <a:pt x="2290605" y="97354"/>
                  </a:cubicBezTo>
                  <a:cubicBezTo>
                    <a:pt x="2277831" y="94404"/>
                    <a:pt x="2265057" y="89979"/>
                    <a:pt x="2249090" y="87029"/>
                  </a:cubicBezTo>
                  <a:cubicBezTo>
                    <a:pt x="2245896" y="87029"/>
                    <a:pt x="2242703" y="85554"/>
                    <a:pt x="2239509" y="85554"/>
                  </a:cubicBezTo>
                  <a:cubicBezTo>
                    <a:pt x="2220348" y="87029"/>
                    <a:pt x="2204381" y="84079"/>
                    <a:pt x="2185220" y="87029"/>
                  </a:cubicBezTo>
                  <a:cubicBezTo>
                    <a:pt x="2175639" y="88504"/>
                    <a:pt x="2162865" y="88504"/>
                    <a:pt x="2156478" y="94404"/>
                  </a:cubicBezTo>
                  <a:cubicBezTo>
                    <a:pt x="2153285" y="95879"/>
                    <a:pt x="2143705" y="95879"/>
                    <a:pt x="2137317" y="97354"/>
                  </a:cubicBezTo>
                  <a:cubicBezTo>
                    <a:pt x="2121350" y="98829"/>
                    <a:pt x="2105382" y="100304"/>
                    <a:pt x="2089415" y="97354"/>
                  </a:cubicBezTo>
                  <a:cubicBezTo>
                    <a:pt x="2076641" y="94404"/>
                    <a:pt x="2060674" y="95879"/>
                    <a:pt x="2047900" y="94404"/>
                  </a:cubicBezTo>
                  <a:cubicBezTo>
                    <a:pt x="2038319" y="92929"/>
                    <a:pt x="2031932" y="89979"/>
                    <a:pt x="2025545" y="88504"/>
                  </a:cubicBezTo>
                  <a:cubicBezTo>
                    <a:pt x="2022352" y="87029"/>
                    <a:pt x="2019158" y="85554"/>
                    <a:pt x="2015965" y="85554"/>
                  </a:cubicBezTo>
                  <a:cubicBezTo>
                    <a:pt x="1996804" y="82603"/>
                    <a:pt x="1980836" y="76703"/>
                    <a:pt x="1971256" y="69328"/>
                  </a:cubicBezTo>
                  <a:cubicBezTo>
                    <a:pt x="1964869" y="64903"/>
                    <a:pt x="1955288" y="60478"/>
                    <a:pt x="1948901" y="56052"/>
                  </a:cubicBezTo>
                  <a:cubicBezTo>
                    <a:pt x="1926547" y="53102"/>
                    <a:pt x="1929740" y="41302"/>
                    <a:pt x="1916966" y="35401"/>
                  </a:cubicBezTo>
                  <a:cubicBezTo>
                    <a:pt x="1907386" y="29501"/>
                    <a:pt x="1897805" y="26551"/>
                    <a:pt x="1881838" y="25076"/>
                  </a:cubicBezTo>
                  <a:lnTo>
                    <a:pt x="1878645" y="25076"/>
                  </a:lnTo>
                  <a:cubicBezTo>
                    <a:pt x="1862677" y="19176"/>
                    <a:pt x="1846710" y="23601"/>
                    <a:pt x="1827549" y="23601"/>
                  </a:cubicBezTo>
                  <a:cubicBezTo>
                    <a:pt x="1821162" y="23601"/>
                    <a:pt x="1811581" y="20651"/>
                    <a:pt x="1805194" y="19176"/>
                  </a:cubicBezTo>
                  <a:cubicBezTo>
                    <a:pt x="1802001" y="16226"/>
                    <a:pt x="1798807" y="14751"/>
                    <a:pt x="1795614" y="14751"/>
                  </a:cubicBezTo>
                  <a:cubicBezTo>
                    <a:pt x="1776453" y="13276"/>
                    <a:pt x="1760485" y="7375"/>
                    <a:pt x="1744518" y="0"/>
                  </a:cubicBezTo>
                  <a:cubicBezTo>
                    <a:pt x="1738131" y="1475"/>
                    <a:pt x="1731744" y="2950"/>
                    <a:pt x="1725357" y="2950"/>
                  </a:cubicBezTo>
                  <a:cubicBezTo>
                    <a:pt x="1718970" y="4425"/>
                    <a:pt x="1709389" y="4425"/>
                    <a:pt x="1699809" y="4425"/>
                  </a:cubicBezTo>
                  <a:cubicBezTo>
                    <a:pt x="1687035" y="2950"/>
                    <a:pt x="1674261" y="4425"/>
                    <a:pt x="1661487" y="8850"/>
                  </a:cubicBezTo>
                  <a:cubicBezTo>
                    <a:pt x="1655100" y="10325"/>
                    <a:pt x="1651907" y="11800"/>
                    <a:pt x="1645520" y="13276"/>
                  </a:cubicBezTo>
                  <a:cubicBezTo>
                    <a:pt x="1639133" y="14751"/>
                    <a:pt x="1635939" y="17701"/>
                    <a:pt x="1629552" y="19176"/>
                  </a:cubicBezTo>
                  <a:cubicBezTo>
                    <a:pt x="1626359" y="20651"/>
                    <a:pt x="1619972" y="20651"/>
                    <a:pt x="1616778" y="22126"/>
                  </a:cubicBezTo>
                  <a:lnTo>
                    <a:pt x="1597617" y="26551"/>
                  </a:lnTo>
                  <a:cubicBezTo>
                    <a:pt x="1597617" y="26551"/>
                    <a:pt x="1594424" y="28026"/>
                    <a:pt x="1594424" y="26551"/>
                  </a:cubicBezTo>
                  <a:cubicBezTo>
                    <a:pt x="1581650" y="23601"/>
                    <a:pt x="1572069" y="29501"/>
                    <a:pt x="1562489" y="32451"/>
                  </a:cubicBezTo>
                  <a:cubicBezTo>
                    <a:pt x="1552908" y="35401"/>
                    <a:pt x="1540134" y="35401"/>
                    <a:pt x="1530554" y="38352"/>
                  </a:cubicBezTo>
                  <a:lnTo>
                    <a:pt x="1527360" y="38352"/>
                  </a:lnTo>
                  <a:cubicBezTo>
                    <a:pt x="1511393" y="39827"/>
                    <a:pt x="1495425" y="42777"/>
                    <a:pt x="1479458" y="44252"/>
                  </a:cubicBezTo>
                  <a:cubicBezTo>
                    <a:pt x="1473071" y="44252"/>
                    <a:pt x="1469877" y="45727"/>
                    <a:pt x="1463490" y="47202"/>
                  </a:cubicBezTo>
                  <a:cubicBezTo>
                    <a:pt x="1453910" y="48677"/>
                    <a:pt x="1444329" y="51627"/>
                    <a:pt x="1434749" y="53102"/>
                  </a:cubicBezTo>
                  <a:cubicBezTo>
                    <a:pt x="1428362" y="54577"/>
                    <a:pt x="1418781" y="56052"/>
                    <a:pt x="1412395" y="57527"/>
                  </a:cubicBezTo>
                  <a:lnTo>
                    <a:pt x="1402814" y="57527"/>
                  </a:lnTo>
                  <a:cubicBezTo>
                    <a:pt x="1402814" y="57527"/>
                    <a:pt x="1396427" y="57527"/>
                    <a:pt x="1393233" y="60478"/>
                  </a:cubicBezTo>
                  <a:cubicBezTo>
                    <a:pt x="1380460" y="57527"/>
                    <a:pt x="1364492" y="56052"/>
                    <a:pt x="1351718" y="53102"/>
                  </a:cubicBezTo>
                  <a:cubicBezTo>
                    <a:pt x="1342138" y="51627"/>
                    <a:pt x="1319783" y="54577"/>
                    <a:pt x="1313396" y="59002"/>
                  </a:cubicBezTo>
                  <a:cubicBezTo>
                    <a:pt x="1310203" y="60478"/>
                    <a:pt x="1307009" y="61953"/>
                    <a:pt x="1303816" y="61953"/>
                  </a:cubicBezTo>
                  <a:cubicBezTo>
                    <a:pt x="1300622" y="61953"/>
                    <a:pt x="1294235" y="60478"/>
                    <a:pt x="1291042" y="60478"/>
                  </a:cubicBezTo>
                  <a:cubicBezTo>
                    <a:pt x="1287848" y="60478"/>
                    <a:pt x="1284655" y="61953"/>
                    <a:pt x="1278268" y="61953"/>
                  </a:cubicBezTo>
                  <a:cubicBezTo>
                    <a:pt x="1278268" y="63428"/>
                    <a:pt x="1281461" y="64903"/>
                    <a:pt x="1281461" y="66378"/>
                  </a:cubicBezTo>
                  <a:cubicBezTo>
                    <a:pt x="1271881" y="67853"/>
                    <a:pt x="1255913" y="79653"/>
                    <a:pt x="1255913" y="85554"/>
                  </a:cubicBezTo>
                  <a:cubicBezTo>
                    <a:pt x="1239946" y="88504"/>
                    <a:pt x="1220785" y="89979"/>
                    <a:pt x="1214398" y="98829"/>
                  </a:cubicBezTo>
                  <a:cubicBezTo>
                    <a:pt x="1214398" y="100304"/>
                    <a:pt x="1211204" y="100304"/>
                    <a:pt x="1211204" y="101779"/>
                  </a:cubicBezTo>
                  <a:cubicBezTo>
                    <a:pt x="1192043" y="103254"/>
                    <a:pt x="1188850" y="112105"/>
                    <a:pt x="1179269" y="119480"/>
                  </a:cubicBezTo>
                  <a:lnTo>
                    <a:pt x="1179269" y="122430"/>
                  </a:lnTo>
                  <a:cubicBezTo>
                    <a:pt x="1176076" y="122430"/>
                    <a:pt x="1172882" y="123905"/>
                    <a:pt x="1169689" y="123905"/>
                  </a:cubicBezTo>
                  <a:cubicBezTo>
                    <a:pt x="1156915" y="126855"/>
                    <a:pt x="1150528" y="131281"/>
                    <a:pt x="1147334" y="138656"/>
                  </a:cubicBezTo>
                  <a:cubicBezTo>
                    <a:pt x="1144141" y="146031"/>
                    <a:pt x="1144141" y="151931"/>
                    <a:pt x="1140948" y="159307"/>
                  </a:cubicBezTo>
                  <a:cubicBezTo>
                    <a:pt x="1134561" y="157832"/>
                    <a:pt x="1124980" y="160782"/>
                    <a:pt x="1121786" y="156357"/>
                  </a:cubicBezTo>
                  <a:lnTo>
                    <a:pt x="1115399" y="156357"/>
                  </a:lnTo>
                  <a:cubicBezTo>
                    <a:pt x="1105819" y="162257"/>
                    <a:pt x="1096239" y="168157"/>
                    <a:pt x="1086658" y="172582"/>
                  </a:cubicBezTo>
                  <a:cubicBezTo>
                    <a:pt x="1077078" y="175532"/>
                    <a:pt x="1067497" y="177007"/>
                    <a:pt x="1054723" y="179958"/>
                  </a:cubicBezTo>
                  <a:lnTo>
                    <a:pt x="1054723" y="182908"/>
                  </a:lnTo>
                  <a:cubicBezTo>
                    <a:pt x="1041949" y="181433"/>
                    <a:pt x="1032369" y="179958"/>
                    <a:pt x="1022788" y="177007"/>
                  </a:cubicBezTo>
                  <a:cubicBezTo>
                    <a:pt x="1019595" y="177007"/>
                    <a:pt x="1016401" y="175532"/>
                    <a:pt x="1016401" y="175532"/>
                  </a:cubicBezTo>
                  <a:cubicBezTo>
                    <a:pt x="1013208" y="175532"/>
                    <a:pt x="1013208" y="174057"/>
                    <a:pt x="1013208" y="174057"/>
                  </a:cubicBezTo>
                  <a:cubicBezTo>
                    <a:pt x="1010014" y="174057"/>
                    <a:pt x="1010014" y="175532"/>
                    <a:pt x="1010014" y="177007"/>
                  </a:cubicBezTo>
                  <a:cubicBezTo>
                    <a:pt x="1010014" y="182908"/>
                    <a:pt x="1003627" y="181433"/>
                    <a:pt x="997240" y="179958"/>
                  </a:cubicBezTo>
                  <a:cubicBezTo>
                    <a:pt x="990853" y="178483"/>
                    <a:pt x="984466" y="178483"/>
                    <a:pt x="981273" y="182908"/>
                  </a:cubicBezTo>
                  <a:cubicBezTo>
                    <a:pt x="981273" y="184383"/>
                    <a:pt x="978079" y="185858"/>
                    <a:pt x="974886" y="185858"/>
                  </a:cubicBezTo>
                  <a:cubicBezTo>
                    <a:pt x="965305" y="187333"/>
                    <a:pt x="955725" y="188808"/>
                    <a:pt x="952531" y="193233"/>
                  </a:cubicBezTo>
                  <a:cubicBezTo>
                    <a:pt x="949338" y="196183"/>
                    <a:pt x="946144" y="197658"/>
                    <a:pt x="939757" y="200608"/>
                  </a:cubicBezTo>
                  <a:lnTo>
                    <a:pt x="891855" y="200608"/>
                  </a:lnTo>
                  <a:cubicBezTo>
                    <a:pt x="885468" y="200608"/>
                    <a:pt x="879081" y="200608"/>
                    <a:pt x="872694" y="202084"/>
                  </a:cubicBezTo>
                  <a:cubicBezTo>
                    <a:pt x="866307" y="202084"/>
                    <a:pt x="859920" y="203559"/>
                    <a:pt x="850339" y="205034"/>
                  </a:cubicBezTo>
                  <a:cubicBezTo>
                    <a:pt x="843952" y="206509"/>
                    <a:pt x="834372" y="209459"/>
                    <a:pt x="827985" y="210934"/>
                  </a:cubicBezTo>
                  <a:cubicBezTo>
                    <a:pt x="824792" y="212409"/>
                    <a:pt x="821598" y="212409"/>
                    <a:pt x="818405" y="212409"/>
                  </a:cubicBezTo>
                  <a:cubicBezTo>
                    <a:pt x="802437" y="212409"/>
                    <a:pt x="792857" y="216834"/>
                    <a:pt x="783276" y="221259"/>
                  </a:cubicBezTo>
                  <a:cubicBezTo>
                    <a:pt x="773696" y="224209"/>
                    <a:pt x="767309" y="228635"/>
                    <a:pt x="757728" y="231585"/>
                  </a:cubicBezTo>
                  <a:cubicBezTo>
                    <a:pt x="751341" y="233060"/>
                    <a:pt x="744954" y="234535"/>
                    <a:pt x="741761" y="236010"/>
                  </a:cubicBezTo>
                  <a:cubicBezTo>
                    <a:pt x="735374" y="237485"/>
                    <a:pt x="732180" y="240435"/>
                    <a:pt x="725793" y="240435"/>
                  </a:cubicBezTo>
                  <a:cubicBezTo>
                    <a:pt x="719406" y="241910"/>
                    <a:pt x="709826" y="241910"/>
                    <a:pt x="703439" y="240435"/>
                  </a:cubicBezTo>
                  <a:cubicBezTo>
                    <a:pt x="693858" y="237485"/>
                    <a:pt x="684278" y="240435"/>
                    <a:pt x="677891" y="241910"/>
                  </a:cubicBezTo>
                  <a:cubicBezTo>
                    <a:pt x="668310" y="243385"/>
                    <a:pt x="661923" y="246335"/>
                    <a:pt x="655536" y="247810"/>
                  </a:cubicBezTo>
                  <a:cubicBezTo>
                    <a:pt x="658730" y="249286"/>
                    <a:pt x="658730" y="250761"/>
                    <a:pt x="661923" y="252236"/>
                  </a:cubicBezTo>
                  <a:lnTo>
                    <a:pt x="652343" y="252236"/>
                  </a:lnTo>
                  <a:cubicBezTo>
                    <a:pt x="652343" y="253711"/>
                    <a:pt x="649149" y="255186"/>
                    <a:pt x="649149" y="256661"/>
                  </a:cubicBezTo>
                  <a:cubicBezTo>
                    <a:pt x="645956" y="256661"/>
                    <a:pt x="642762" y="255186"/>
                    <a:pt x="642762" y="255186"/>
                  </a:cubicBezTo>
                  <a:cubicBezTo>
                    <a:pt x="633182" y="258136"/>
                    <a:pt x="623601" y="261086"/>
                    <a:pt x="614021" y="262561"/>
                  </a:cubicBezTo>
                  <a:cubicBezTo>
                    <a:pt x="610827" y="262561"/>
                    <a:pt x="607634" y="264036"/>
                    <a:pt x="607634" y="264036"/>
                  </a:cubicBezTo>
                  <a:cubicBezTo>
                    <a:pt x="594860" y="262561"/>
                    <a:pt x="578892" y="264036"/>
                    <a:pt x="569312" y="259611"/>
                  </a:cubicBezTo>
                  <a:cubicBezTo>
                    <a:pt x="562925" y="256661"/>
                    <a:pt x="553344" y="255186"/>
                    <a:pt x="546957" y="252236"/>
                  </a:cubicBezTo>
                  <a:cubicBezTo>
                    <a:pt x="537377" y="249286"/>
                    <a:pt x="524603" y="250761"/>
                    <a:pt x="515023" y="258136"/>
                  </a:cubicBezTo>
                  <a:lnTo>
                    <a:pt x="470314" y="237485"/>
                  </a:lnTo>
                  <a:cubicBezTo>
                    <a:pt x="467120" y="238960"/>
                    <a:pt x="460733" y="240435"/>
                    <a:pt x="457540" y="241910"/>
                  </a:cubicBezTo>
                  <a:cubicBezTo>
                    <a:pt x="454346" y="241910"/>
                    <a:pt x="454346" y="243385"/>
                    <a:pt x="451153" y="243385"/>
                  </a:cubicBezTo>
                  <a:cubicBezTo>
                    <a:pt x="438379" y="244860"/>
                    <a:pt x="425605" y="246335"/>
                    <a:pt x="409637" y="247810"/>
                  </a:cubicBezTo>
                  <a:cubicBezTo>
                    <a:pt x="400057" y="249286"/>
                    <a:pt x="393670" y="250761"/>
                    <a:pt x="393670" y="256661"/>
                  </a:cubicBezTo>
                  <a:cubicBezTo>
                    <a:pt x="380896" y="259611"/>
                    <a:pt x="368122" y="258136"/>
                    <a:pt x="358541" y="264036"/>
                  </a:cubicBezTo>
                  <a:lnTo>
                    <a:pt x="348961" y="264036"/>
                  </a:lnTo>
                  <a:cubicBezTo>
                    <a:pt x="329800" y="259611"/>
                    <a:pt x="313832" y="261086"/>
                    <a:pt x="301058" y="268461"/>
                  </a:cubicBezTo>
                  <a:cubicBezTo>
                    <a:pt x="297865" y="269936"/>
                    <a:pt x="294671" y="269936"/>
                    <a:pt x="288284" y="269936"/>
                  </a:cubicBezTo>
                  <a:cubicBezTo>
                    <a:pt x="272317" y="268461"/>
                    <a:pt x="259543" y="272887"/>
                    <a:pt x="246769" y="277312"/>
                  </a:cubicBezTo>
                  <a:cubicBezTo>
                    <a:pt x="240382" y="280262"/>
                    <a:pt x="233995" y="281737"/>
                    <a:pt x="224415" y="281737"/>
                  </a:cubicBezTo>
                  <a:cubicBezTo>
                    <a:pt x="208447" y="283212"/>
                    <a:pt x="195673" y="283212"/>
                    <a:pt x="179706" y="283212"/>
                  </a:cubicBezTo>
                  <a:cubicBezTo>
                    <a:pt x="179706" y="283212"/>
                    <a:pt x="176512" y="283212"/>
                    <a:pt x="176512" y="284687"/>
                  </a:cubicBezTo>
                  <a:cubicBezTo>
                    <a:pt x="163738" y="292062"/>
                    <a:pt x="147771" y="292062"/>
                    <a:pt x="128610" y="292062"/>
                  </a:cubicBezTo>
                  <a:cubicBezTo>
                    <a:pt x="109449" y="292062"/>
                    <a:pt x="90288" y="293537"/>
                    <a:pt x="74320" y="300913"/>
                  </a:cubicBezTo>
                  <a:cubicBezTo>
                    <a:pt x="64740" y="305338"/>
                    <a:pt x="51966" y="308288"/>
                    <a:pt x="39192" y="312713"/>
                  </a:cubicBezTo>
                  <a:cubicBezTo>
                    <a:pt x="35998" y="312713"/>
                    <a:pt x="32805" y="314188"/>
                    <a:pt x="32805" y="314188"/>
                  </a:cubicBezTo>
                  <a:cubicBezTo>
                    <a:pt x="23224" y="314188"/>
                    <a:pt x="10450" y="312713"/>
                    <a:pt x="870" y="312713"/>
                  </a:cubicBezTo>
                  <a:cubicBezTo>
                    <a:pt x="-2324" y="330414"/>
                    <a:pt x="4063" y="349590"/>
                    <a:pt x="7257" y="368766"/>
                  </a:cubicBezTo>
                  <a:close/>
                </a:path>
              </a:pathLst>
            </a:custGeom>
            <a:blipFill>
              <a:blip r:embed="rId10"/>
              <a:stretch>
                <a:fillRect l="-7350" r="-7314"/>
              </a:stretch>
            </a:blipFill>
          </p:spPr>
        </p:sp>
      </p:grpSp>
      <p:sp>
        <p:nvSpPr>
          <p:cNvPr id="14" name="TextBox 14"/>
          <p:cNvSpPr txBox="1"/>
          <p:nvPr/>
        </p:nvSpPr>
        <p:spPr>
          <a:xfrm>
            <a:off x="4779696" y="1297257"/>
            <a:ext cx="8728608" cy="1307465"/>
          </a:xfrm>
          <a:prstGeom prst="rect">
            <a:avLst/>
          </a:prstGeom>
        </p:spPr>
        <p:txBody>
          <a:bodyPr lIns="0" tIns="0" rIns="0" bIns="0" rtlCol="0" anchor="t">
            <a:spAutoFit/>
          </a:bodyPr>
          <a:lstStyle/>
          <a:p>
            <a:pPr algn="ctr">
              <a:lnSpc>
                <a:spcPts val="9280"/>
              </a:lnSpc>
            </a:pPr>
            <a:r>
              <a:rPr lang="en-US" sz="8000" b="1">
                <a:solidFill>
                  <a:srgbClr val="000000"/>
                </a:solidFill>
                <a:latin typeface="Mak Bold"/>
                <a:ea typeface="Mak Bold"/>
                <a:cs typeface="Mak Bold"/>
                <a:sym typeface="Mak Bold"/>
              </a:rPr>
              <a:t>Example</a:t>
            </a:r>
            <a:endParaRPr lang="en-US" sz="8000" b="1">
              <a:solidFill>
                <a:srgbClr val="000000"/>
              </a:solidFill>
              <a:latin typeface="Mak Bold"/>
              <a:ea typeface="Mak Bold"/>
              <a:cs typeface="Mak Bold"/>
              <a:sym typeface="Mak Bold"/>
            </a:endParaRPr>
          </a:p>
        </p:txBody>
      </p:sp>
      <p:sp>
        <p:nvSpPr>
          <p:cNvPr id="15" name="TextBox 15"/>
          <p:cNvSpPr txBox="1"/>
          <p:nvPr/>
        </p:nvSpPr>
        <p:spPr>
          <a:xfrm>
            <a:off x="1786235" y="3002961"/>
            <a:ext cx="6661758" cy="5126146"/>
          </a:xfrm>
          <a:prstGeom prst="rect">
            <a:avLst/>
          </a:prstGeom>
        </p:spPr>
        <p:txBody>
          <a:bodyPr lIns="0" tIns="0" rIns="0" bIns="0" rtlCol="0" anchor="t">
            <a:spAutoFit/>
          </a:bodyPr>
          <a:lstStyle/>
          <a:p>
            <a:pPr algn="just">
              <a:lnSpc>
                <a:spcPts val="5075"/>
              </a:lnSpc>
            </a:pPr>
            <a:r>
              <a:rPr lang="en-US" sz="3625">
                <a:solidFill>
                  <a:srgbClr val="000000"/>
                </a:solidFill>
                <a:latin typeface="Glass Antiqua" panose="02000506000000020004"/>
                <a:ea typeface="Glass Antiqua" panose="02000506000000020004"/>
                <a:cs typeface="Glass Antiqua" panose="02000506000000020004"/>
                <a:sym typeface="Glass Antiqua" panose="02000506000000020004"/>
              </a:rPr>
              <a:t>If an apple costs £1 and a banana £2, the above budget line shows all the combinations of the goods which can be bought with £40. For example:</a:t>
            </a:r>
            <a:endParaRPr lang="en-US" sz="3625">
              <a:solidFill>
                <a:srgbClr val="000000"/>
              </a:solidFill>
              <a:latin typeface="Glass Antiqua" panose="02000506000000020004"/>
              <a:ea typeface="Glass Antiqua" panose="02000506000000020004"/>
              <a:cs typeface="Glass Antiqua" panose="02000506000000020004"/>
              <a:sym typeface="Glass Antiqua" panose="02000506000000020004"/>
            </a:endParaRPr>
          </a:p>
          <a:p>
            <a:pPr marL="782955" lvl="1" indent="-391160" algn="just">
              <a:lnSpc>
                <a:spcPts val="5075"/>
              </a:lnSpc>
              <a:buFont typeface="Arial" panose="020B0604020202020204"/>
              <a:buChar char="•"/>
            </a:pPr>
            <a:r>
              <a:rPr lang="en-US" sz="3625">
                <a:solidFill>
                  <a:srgbClr val="000000"/>
                </a:solidFill>
                <a:latin typeface="Glass Antiqua" panose="02000506000000020004"/>
                <a:ea typeface="Glass Antiqua" panose="02000506000000020004"/>
                <a:cs typeface="Glass Antiqua" panose="02000506000000020004"/>
                <a:sym typeface="Glass Antiqua" panose="02000506000000020004"/>
              </a:rPr>
              <a:t>20 apples @ £1 and 10 bananas @£2</a:t>
            </a:r>
            <a:endParaRPr lang="en-US" sz="3625">
              <a:solidFill>
                <a:srgbClr val="000000"/>
              </a:solidFill>
              <a:latin typeface="Glass Antiqua" panose="02000506000000020004"/>
              <a:ea typeface="Glass Antiqua" panose="02000506000000020004"/>
              <a:cs typeface="Glass Antiqua" panose="02000506000000020004"/>
              <a:sym typeface="Glass Antiqua" panose="02000506000000020004"/>
            </a:endParaRPr>
          </a:p>
          <a:p>
            <a:pPr marL="782955" lvl="1" indent="-391160" algn="just">
              <a:lnSpc>
                <a:spcPts val="5075"/>
              </a:lnSpc>
              <a:buFont typeface="Arial" panose="020B0604020202020204"/>
              <a:buChar char="•"/>
            </a:pPr>
            <a:r>
              <a:rPr lang="en-US" sz="3625">
                <a:solidFill>
                  <a:srgbClr val="000000"/>
                </a:solidFill>
                <a:latin typeface="Glass Antiqua" panose="02000506000000020004"/>
                <a:ea typeface="Glass Antiqua" panose="02000506000000020004"/>
                <a:cs typeface="Glass Antiqua" panose="02000506000000020004"/>
                <a:sym typeface="Glass Antiqua" panose="02000506000000020004"/>
              </a:rPr>
              <a:t>10 apples @£1 and 15 bananas @£2</a:t>
            </a:r>
            <a:endParaRPr lang="en-US" sz="3625">
              <a:solidFill>
                <a:srgbClr val="000000"/>
              </a:solidFill>
              <a:latin typeface="Glass Antiqua" panose="02000506000000020004"/>
              <a:ea typeface="Glass Antiqua" panose="02000506000000020004"/>
              <a:cs typeface="Glass Antiqua" panose="02000506000000020004"/>
              <a:sym typeface="Glass Antiqua" panose="02000506000000020004"/>
            </a:endParaRPr>
          </a:p>
          <a:p>
            <a:pPr algn="just">
              <a:lnSpc>
                <a:spcPts val="5075"/>
              </a:lnSpc>
            </a:p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3111" b="-13111"/>
            </a:stretch>
          </a:blipFill>
        </p:spPr>
      </p:sp>
      <p:sp>
        <p:nvSpPr>
          <p:cNvPr id="3" name="Freeform 3"/>
          <p:cNvSpPr/>
          <p:nvPr/>
        </p:nvSpPr>
        <p:spPr>
          <a:xfrm>
            <a:off x="14161312" y="-702184"/>
            <a:ext cx="4372111" cy="3306906"/>
          </a:xfrm>
          <a:custGeom>
            <a:avLst/>
            <a:gdLst/>
            <a:ahLst/>
            <a:cxnLst/>
            <a:rect l="l" t="t" r="r" b="b"/>
            <a:pathLst>
              <a:path w="4372111" h="3306906">
                <a:moveTo>
                  <a:pt x="0" y="0"/>
                </a:moveTo>
                <a:lnTo>
                  <a:pt x="4372111" y="0"/>
                </a:lnTo>
                <a:lnTo>
                  <a:pt x="4372111" y="3306906"/>
                </a:lnTo>
                <a:lnTo>
                  <a:pt x="0" y="3306906"/>
                </a:lnTo>
                <a:lnTo>
                  <a:pt x="0" y="0"/>
                </a:lnTo>
                <a:close/>
              </a:path>
            </a:pathLst>
          </a:custGeom>
          <a:blipFill>
            <a:blip r:embed="rId2">
              <a:alphaModFix amt="42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1758097" y="5678057"/>
            <a:ext cx="7135220" cy="6330886"/>
          </a:xfrm>
          <a:custGeom>
            <a:avLst/>
            <a:gdLst/>
            <a:ahLst/>
            <a:cxnLst/>
            <a:rect l="l" t="t" r="r" b="b"/>
            <a:pathLst>
              <a:path w="7135220" h="6330886">
                <a:moveTo>
                  <a:pt x="0" y="0"/>
                </a:moveTo>
                <a:lnTo>
                  <a:pt x="7135220" y="0"/>
                </a:lnTo>
                <a:lnTo>
                  <a:pt x="7135220" y="6330887"/>
                </a:lnTo>
                <a:lnTo>
                  <a:pt x="0" y="6330887"/>
                </a:lnTo>
                <a:lnTo>
                  <a:pt x="0" y="0"/>
                </a:lnTo>
                <a:close/>
              </a:path>
            </a:pathLst>
          </a:custGeom>
          <a:blipFill>
            <a:blip r:embed="rId4">
              <a:alphaModFix amt="65999"/>
              <a:extLst>
                <a:ext uri="{96DAC541-7B7A-43D3-8B79-37D633B846F1}">
                  <asvg:svgBlip xmlns:asvg="http://schemas.microsoft.com/office/drawing/2016/SVG/main" r:embed="rId5"/>
                </a:ext>
              </a:extLst>
            </a:blip>
            <a:stretch>
              <a:fillRect/>
            </a:stretch>
          </a:blipFill>
        </p:spPr>
      </p:sp>
      <p:sp>
        <p:nvSpPr>
          <p:cNvPr id="5" name="Freeform 5"/>
          <p:cNvSpPr/>
          <p:nvPr/>
        </p:nvSpPr>
        <p:spPr>
          <a:xfrm>
            <a:off x="-754483" y="-1363553"/>
            <a:ext cx="6803544" cy="6147930"/>
          </a:xfrm>
          <a:custGeom>
            <a:avLst/>
            <a:gdLst/>
            <a:ahLst/>
            <a:cxnLst/>
            <a:rect l="l" t="t" r="r" b="b"/>
            <a:pathLst>
              <a:path w="6803544" h="6147930">
                <a:moveTo>
                  <a:pt x="0" y="0"/>
                </a:moveTo>
                <a:lnTo>
                  <a:pt x="6803544" y="0"/>
                </a:lnTo>
                <a:lnTo>
                  <a:pt x="6803544" y="6147930"/>
                </a:lnTo>
                <a:lnTo>
                  <a:pt x="0" y="6147930"/>
                </a:lnTo>
                <a:lnTo>
                  <a:pt x="0" y="0"/>
                </a:lnTo>
                <a:close/>
              </a:path>
            </a:pathLst>
          </a:custGeom>
          <a:blipFill>
            <a:blip r:embed="rId6">
              <a:alphaModFix amt="58000"/>
              <a:extLst>
                <a:ext uri="{96DAC541-7B7A-43D3-8B79-37D633B846F1}">
                  <asvg:svgBlip xmlns:asvg="http://schemas.microsoft.com/office/drawing/2016/SVG/main" r:embed="rId7"/>
                </a:ext>
              </a:extLst>
            </a:blip>
            <a:stretch>
              <a:fillRect/>
            </a:stretch>
          </a:blipFill>
        </p:spPr>
      </p:sp>
      <p:grpSp>
        <p:nvGrpSpPr>
          <p:cNvPr id="6" name="Group 6"/>
          <p:cNvGrpSpPr/>
          <p:nvPr/>
        </p:nvGrpSpPr>
        <p:grpSpPr>
          <a:xfrm rot="0">
            <a:off x="842291" y="1028700"/>
            <a:ext cx="16603419" cy="8229600"/>
            <a:chOff x="0" y="0"/>
            <a:chExt cx="4372917" cy="2167467"/>
          </a:xfrm>
        </p:grpSpPr>
        <p:sp>
          <p:nvSpPr>
            <p:cNvPr id="7" name="Freeform 7"/>
            <p:cNvSpPr/>
            <p:nvPr/>
          </p:nvSpPr>
          <p:spPr>
            <a:xfrm>
              <a:off x="0" y="0"/>
              <a:ext cx="4372917" cy="2167467"/>
            </a:xfrm>
            <a:custGeom>
              <a:avLst/>
              <a:gdLst/>
              <a:ahLst/>
              <a:cxnLst/>
              <a:rect l="l" t="t" r="r" b="b"/>
              <a:pathLst>
                <a:path w="4372917" h="2167467">
                  <a:moveTo>
                    <a:pt x="0" y="0"/>
                  </a:moveTo>
                  <a:lnTo>
                    <a:pt x="4372917" y="0"/>
                  </a:lnTo>
                  <a:lnTo>
                    <a:pt x="4372917" y="2167467"/>
                  </a:lnTo>
                  <a:lnTo>
                    <a:pt x="0" y="2167467"/>
                  </a:lnTo>
                  <a:close/>
                </a:path>
              </a:pathLst>
            </a:custGeom>
            <a:solidFill>
              <a:srgbClr val="FAE2C5">
                <a:alpha val="72941"/>
              </a:srgbClr>
            </a:solidFill>
          </p:spPr>
        </p:sp>
        <p:sp>
          <p:nvSpPr>
            <p:cNvPr id="8" name="TextBox 8"/>
            <p:cNvSpPr txBox="1"/>
            <p:nvPr/>
          </p:nvSpPr>
          <p:spPr>
            <a:xfrm>
              <a:off x="0" y="-38100"/>
              <a:ext cx="4372917" cy="2205567"/>
            </a:xfrm>
            <a:prstGeom prst="rect">
              <a:avLst/>
            </a:prstGeom>
          </p:spPr>
          <p:txBody>
            <a:bodyPr lIns="50800" tIns="50800" rIns="50800" bIns="50800" rtlCol="0" anchor="ctr"/>
            <a:lstStyle/>
            <a:p>
              <a:pPr algn="just">
                <a:lnSpc>
                  <a:spcPts val="2660"/>
                </a:lnSpc>
                <a:spcBef>
                  <a:spcPct val="0"/>
                </a:spcBef>
              </a:pPr>
            </a:p>
          </p:txBody>
        </p:sp>
      </p:grpSp>
      <p:sp>
        <p:nvSpPr>
          <p:cNvPr id="9" name="Freeform 9"/>
          <p:cNvSpPr/>
          <p:nvPr/>
        </p:nvSpPr>
        <p:spPr>
          <a:xfrm rot="953624" flipH="1" flipV="1">
            <a:off x="-592410" y="8494973"/>
            <a:ext cx="2987406" cy="2259565"/>
          </a:xfrm>
          <a:custGeom>
            <a:avLst/>
            <a:gdLst/>
            <a:ahLst/>
            <a:cxnLst/>
            <a:rect l="l" t="t" r="r" b="b"/>
            <a:pathLst>
              <a:path w="2987406" h="2259565">
                <a:moveTo>
                  <a:pt x="2987405" y="2259565"/>
                </a:moveTo>
                <a:lnTo>
                  <a:pt x="0" y="2259565"/>
                </a:lnTo>
                <a:lnTo>
                  <a:pt x="0" y="0"/>
                </a:lnTo>
                <a:lnTo>
                  <a:pt x="2987405" y="0"/>
                </a:lnTo>
                <a:lnTo>
                  <a:pt x="2987405" y="225956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a:off x="433944" y="546371"/>
            <a:ext cx="5444162" cy="9194258"/>
          </a:xfrm>
          <a:custGeom>
            <a:avLst/>
            <a:gdLst/>
            <a:ahLst/>
            <a:cxnLst/>
            <a:rect l="l" t="t" r="r" b="b"/>
            <a:pathLst>
              <a:path w="5444162" h="9194258">
                <a:moveTo>
                  <a:pt x="0" y="0"/>
                </a:moveTo>
                <a:lnTo>
                  <a:pt x="5444162" y="0"/>
                </a:lnTo>
                <a:lnTo>
                  <a:pt x="5444162" y="9194258"/>
                </a:lnTo>
                <a:lnTo>
                  <a:pt x="0" y="919425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Freeform 11"/>
          <p:cNvSpPr/>
          <p:nvPr/>
        </p:nvSpPr>
        <p:spPr>
          <a:xfrm flipH="1">
            <a:off x="12428691" y="597103"/>
            <a:ext cx="5444162" cy="9194258"/>
          </a:xfrm>
          <a:custGeom>
            <a:avLst/>
            <a:gdLst/>
            <a:ahLst/>
            <a:cxnLst/>
            <a:rect l="l" t="t" r="r" b="b"/>
            <a:pathLst>
              <a:path w="5444162" h="9194258">
                <a:moveTo>
                  <a:pt x="5444162" y="0"/>
                </a:moveTo>
                <a:lnTo>
                  <a:pt x="0" y="0"/>
                </a:lnTo>
                <a:lnTo>
                  <a:pt x="0" y="9194258"/>
                </a:lnTo>
                <a:lnTo>
                  <a:pt x="5444162" y="9194258"/>
                </a:lnTo>
                <a:lnTo>
                  <a:pt x="5444162"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TextBox 12"/>
          <p:cNvSpPr txBox="1"/>
          <p:nvPr/>
        </p:nvSpPr>
        <p:spPr>
          <a:xfrm>
            <a:off x="4779696" y="1297257"/>
            <a:ext cx="8728608" cy="1307465"/>
          </a:xfrm>
          <a:prstGeom prst="rect">
            <a:avLst/>
          </a:prstGeom>
        </p:spPr>
        <p:txBody>
          <a:bodyPr lIns="0" tIns="0" rIns="0" bIns="0" rtlCol="0" anchor="t">
            <a:spAutoFit/>
          </a:bodyPr>
          <a:lstStyle/>
          <a:p>
            <a:pPr algn="ctr">
              <a:lnSpc>
                <a:spcPts val="9280"/>
              </a:lnSpc>
            </a:pPr>
            <a:r>
              <a:rPr lang="en-US" sz="8000" b="1">
                <a:solidFill>
                  <a:srgbClr val="000000"/>
                </a:solidFill>
                <a:latin typeface="Mak Bold"/>
                <a:ea typeface="Mak Bold"/>
                <a:cs typeface="Mak Bold"/>
                <a:sym typeface="Mak Bold"/>
              </a:rPr>
              <a:t>Example</a:t>
            </a:r>
            <a:endParaRPr lang="en-US" sz="8000" b="1">
              <a:solidFill>
                <a:srgbClr val="000000"/>
              </a:solidFill>
              <a:latin typeface="Mak Bold"/>
              <a:ea typeface="Mak Bold"/>
              <a:cs typeface="Mak Bold"/>
              <a:sym typeface="Mak Bold"/>
            </a:endParaRPr>
          </a:p>
        </p:txBody>
      </p:sp>
      <p:sp>
        <p:nvSpPr>
          <p:cNvPr id="13" name="TextBox 13"/>
          <p:cNvSpPr txBox="1"/>
          <p:nvPr/>
        </p:nvSpPr>
        <p:spPr>
          <a:xfrm>
            <a:off x="1786235" y="2983911"/>
            <a:ext cx="13364537" cy="3842035"/>
          </a:xfrm>
          <a:prstGeom prst="rect">
            <a:avLst/>
          </a:prstGeom>
        </p:spPr>
        <p:txBody>
          <a:bodyPr lIns="0" tIns="0" rIns="0" bIns="0" rtlCol="0" anchor="t">
            <a:spAutoFit/>
          </a:bodyPr>
          <a:lstStyle/>
          <a:p>
            <a:pPr algn="just">
              <a:lnSpc>
                <a:spcPts val="6110"/>
              </a:lnSpc>
            </a:pPr>
            <a:r>
              <a:rPr lang="en-US" sz="4365">
                <a:solidFill>
                  <a:srgbClr val="000000"/>
                </a:solidFill>
                <a:latin typeface="Glass Antiqua" panose="02000506000000020004"/>
                <a:ea typeface="Glass Antiqua" panose="02000506000000020004"/>
                <a:cs typeface="Glass Antiqua" panose="02000506000000020004"/>
                <a:sym typeface="Glass Antiqua" panose="02000506000000020004"/>
              </a:rPr>
              <a:t>Assume that a consumer has a total budget of ₹40, with which he can buy various combinations of Good X and Good Y. The cost of one unit of Good X is ₹8 and the cost of one unit of Good Y is ₹4 respective</a:t>
            </a:r>
            <a:r>
              <a:rPr lang="en-US" sz="4365">
                <a:solidFill>
                  <a:srgbClr val="000000"/>
                </a:solidFill>
                <a:latin typeface="Glass Antiqua" panose="02000506000000020004"/>
                <a:ea typeface="Glass Antiqua" panose="02000506000000020004"/>
                <a:cs typeface="Glass Antiqua" panose="02000506000000020004"/>
                <a:sym typeface="Glass Antiqua" panose="02000506000000020004"/>
              </a:rPr>
              <a:t>ly. Now, the potential set of combinations that can be purchased by the consumer are:</a:t>
            </a:r>
            <a:endParaRPr lang="en-US" sz="4365">
              <a:solidFill>
                <a:srgbClr val="000000"/>
              </a:solidFill>
              <a:latin typeface="Glass Antiqua" panose="02000506000000020004"/>
              <a:ea typeface="Glass Antiqua" panose="02000506000000020004"/>
              <a:cs typeface="Glass Antiqua" panose="02000506000000020004"/>
              <a:sym typeface="Glass Antiqua" panose="020005060000000200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3111" b="-13111"/>
            </a:stretch>
          </a:blipFill>
        </p:spPr>
      </p:sp>
      <p:sp>
        <p:nvSpPr>
          <p:cNvPr id="3" name="Freeform 3"/>
          <p:cNvSpPr/>
          <p:nvPr/>
        </p:nvSpPr>
        <p:spPr>
          <a:xfrm>
            <a:off x="14161312" y="-702184"/>
            <a:ext cx="4372111" cy="3306906"/>
          </a:xfrm>
          <a:custGeom>
            <a:avLst/>
            <a:gdLst/>
            <a:ahLst/>
            <a:cxnLst/>
            <a:rect l="l" t="t" r="r" b="b"/>
            <a:pathLst>
              <a:path w="4372111" h="3306906">
                <a:moveTo>
                  <a:pt x="0" y="0"/>
                </a:moveTo>
                <a:lnTo>
                  <a:pt x="4372111" y="0"/>
                </a:lnTo>
                <a:lnTo>
                  <a:pt x="4372111" y="3306906"/>
                </a:lnTo>
                <a:lnTo>
                  <a:pt x="0" y="3306906"/>
                </a:lnTo>
                <a:lnTo>
                  <a:pt x="0" y="0"/>
                </a:lnTo>
                <a:close/>
              </a:path>
            </a:pathLst>
          </a:custGeom>
          <a:blipFill>
            <a:blip r:embed="rId2">
              <a:alphaModFix amt="42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1758097" y="5678057"/>
            <a:ext cx="7135220" cy="6330886"/>
          </a:xfrm>
          <a:custGeom>
            <a:avLst/>
            <a:gdLst/>
            <a:ahLst/>
            <a:cxnLst/>
            <a:rect l="l" t="t" r="r" b="b"/>
            <a:pathLst>
              <a:path w="7135220" h="6330886">
                <a:moveTo>
                  <a:pt x="0" y="0"/>
                </a:moveTo>
                <a:lnTo>
                  <a:pt x="7135220" y="0"/>
                </a:lnTo>
                <a:lnTo>
                  <a:pt x="7135220" y="6330887"/>
                </a:lnTo>
                <a:lnTo>
                  <a:pt x="0" y="6330887"/>
                </a:lnTo>
                <a:lnTo>
                  <a:pt x="0" y="0"/>
                </a:lnTo>
                <a:close/>
              </a:path>
            </a:pathLst>
          </a:custGeom>
          <a:blipFill>
            <a:blip r:embed="rId4">
              <a:alphaModFix amt="65999"/>
              <a:extLst>
                <a:ext uri="{96DAC541-7B7A-43D3-8B79-37D633B846F1}">
                  <asvg:svgBlip xmlns:asvg="http://schemas.microsoft.com/office/drawing/2016/SVG/main" r:embed="rId5"/>
                </a:ext>
              </a:extLst>
            </a:blip>
            <a:stretch>
              <a:fillRect/>
            </a:stretch>
          </a:blipFill>
        </p:spPr>
      </p:sp>
      <p:sp>
        <p:nvSpPr>
          <p:cNvPr id="5" name="Freeform 5"/>
          <p:cNvSpPr/>
          <p:nvPr/>
        </p:nvSpPr>
        <p:spPr>
          <a:xfrm>
            <a:off x="-754483" y="-1363553"/>
            <a:ext cx="6803544" cy="6147930"/>
          </a:xfrm>
          <a:custGeom>
            <a:avLst/>
            <a:gdLst/>
            <a:ahLst/>
            <a:cxnLst/>
            <a:rect l="l" t="t" r="r" b="b"/>
            <a:pathLst>
              <a:path w="6803544" h="6147930">
                <a:moveTo>
                  <a:pt x="0" y="0"/>
                </a:moveTo>
                <a:lnTo>
                  <a:pt x="6803544" y="0"/>
                </a:lnTo>
                <a:lnTo>
                  <a:pt x="6803544" y="6147930"/>
                </a:lnTo>
                <a:lnTo>
                  <a:pt x="0" y="6147930"/>
                </a:lnTo>
                <a:lnTo>
                  <a:pt x="0" y="0"/>
                </a:lnTo>
                <a:close/>
              </a:path>
            </a:pathLst>
          </a:custGeom>
          <a:blipFill>
            <a:blip r:embed="rId6">
              <a:alphaModFix amt="58000"/>
              <a:extLst>
                <a:ext uri="{96DAC541-7B7A-43D3-8B79-37D633B846F1}">
                  <asvg:svgBlip xmlns:asvg="http://schemas.microsoft.com/office/drawing/2016/SVG/main" r:embed="rId7"/>
                </a:ext>
              </a:extLst>
            </a:blip>
            <a:stretch>
              <a:fillRect/>
            </a:stretch>
          </a:blipFill>
        </p:spPr>
      </p:sp>
      <p:grpSp>
        <p:nvGrpSpPr>
          <p:cNvPr id="6" name="Group 6"/>
          <p:cNvGrpSpPr/>
          <p:nvPr/>
        </p:nvGrpSpPr>
        <p:grpSpPr>
          <a:xfrm rot="0">
            <a:off x="842291" y="1028700"/>
            <a:ext cx="16603419" cy="8229600"/>
            <a:chOff x="0" y="0"/>
            <a:chExt cx="4372917" cy="2167467"/>
          </a:xfrm>
        </p:grpSpPr>
        <p:sp>
          <p:nvSpPr>
            <p:cNvPr id="7" name="Freeform 7"/>
            <p:cNvSpPr/>
            <p:nvPr/>
          </p:nvSpPr>
          <p:spPr>
            <a:xfrm>
              <a:off x="0" y="0"/>
              <a:ext cx="4372917" cy="2167467"/>
            </a:xfrm>
            <a:custGeom>
              <a:avLst/>
              <a:gdLst/>
              <a:ahLst/>
              <a:cxnLst/>
              <a:rect l="l" t="t" r="r" b="b"/>
              <a:pathLst>
                <a:path w="4372917" h="2167467">
                  <a:moveTo>
                    <a:pt x="0" y="0"/>
                  </a:moveTo>
                  <a:lnTo>
                    <a:pt x="4372917" y="0"/>
                  </a:lnTo>
                  <a:lnTo>
                    <a:pt x="4372917" y="2167467"/>
                  </a:lnTo>
                  <a:lnTo>
                    <a:pt x="0" y="2167467"/>
                  </a:lnTo>
                  <a:close/>
                </a:path>
              </a:pathLst>
            </a:custGeom>
            <a:solidFill>
              <a:srgbClr val="FAE2C5">
                <a:alpha val="72941"/>
              </a:srgbClr>
            </a:solidFill>
          </p:spPr>
        </p:sp>
        <p:sp>
          <p:nvSpPr>
            <p:cNvPr id="8" name="TextBox 8"/>
            <p:cNvSpPr txBox="1"/>
            <p:nvPr/>
          </p:nvSpPr>
          <p:spPr>
            <a:xfrm>
              <a:off x="0" y="-38100"/>
              <a:ext cx="4372917" cy="2205567"/>
            </a:xfrm>
            <a:prstGeom prst="rect">
              <a:avLst/>
            </a:prstGeom>
          </p:spPr>
          <p:txBody>
            <a:bodyPr lIns="50800" tIns="50800" rIns="50800" bIns="50800" rtlCol="0" anchor="ctr"/>
            <a:lstStyle/>
            <a:p>
              <a:pPr algn="just">
                <a:lnSpc>
                  <a:spcPts val="2660"/>
                </a:lnSpc>
                <a:spcBef>
                  <a:spcPct val="0"/>
                </a:spcBef>
              </a:pPr>
            </a:p>
          </p:txBody>
        </p:sp>
      </p:grpSp>
      <p:sp>
        <p:nvSpPr>
          <p:cNvPr id="9" name="Freeform 9"/>
          <p:cNvSpPr/>
          <p:nvPr/>
        </p:nvSpPr>
        <p:spPr>
          <a:xfrm rot="953624" flipH="1" flipV="1">
            <a:off x="-592410" y="8494973"/>
            <a:ext cx="2987406" cy="2259565"/>
          </a:xfrm>
          <a:custGeom>
            <a:avLst/>
            <a:gdLst/>
            <a:ahLst/>
            <a:cxnLst/>
            <a:rect l="l" t="t" r="r" b="b"/>
            <a:pathLst>
              <a:path w="2987406" h="2259565">
                <a:moveTo>
                  <a:pt x="2987405" y="2259565"/>
                </a:moveTo>
                <a:lnTo>
                  <a:pt x="0" y="2259565"/>
                </a:lnTo>
                <a:lnTo>
                  <a:pt x="0" y="0"/>
                </a:lnTo>
                <a:lnTo>
                  <a:pt x="2987405" y="0"/>
                </a:lnTo>
                <a:lnTo>
                  <a:pt x="2987405" y="225956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a:off x="433944" y="546371"/>
            <a:ext cx="5444162" cy="9194258"/>
          </a:xfrm>
          <a:custGeom>
            <a:avLst/>
            <a:gdLst/>
            <a:ahLst/>
            <a:cxnLst/>
            <a:rect l="l" t="t" r="r" b="b"/>
            <a:pathLst>
              <a:path w="5444162" h="9194258">
                <a:moveTo>
                  <a:pt x="0" y="0"/>
                </a:moveTo>
                <a:lnTo>
                  <a:pt x="5444162" y="0"/>
                </a:lnTo>
                <a:lnTo>
                  <a:pt x="5444162" y="9194258"/>
                </a:lnTo>
                <a:lnTo>
                  <a:pt x="0" y="919425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Freeform 11"/>
          <p:cNvSpPr/>
          <p:nvPr/>
        </p:nvSpPr>
        <p:spPr>
          <a:xfrm flipH="1">
            <a:off x="12428691" y="597103"/>
            <a:ext cx="5444162" cy="9194258"/>
          </a:xfrm>
          <a:custGeom>
            <a:avLst/>
            <a:gdLst/>
            <a:ahLst/>
            <a:cxnLst/>
            <a:rect l="l" t="t" r="r" b="b"/>
            <a:pathLst>
              <a:path w="5444162" h="9194258">
                <a:moveTo>
                  <a:pt x="5444162" y="0"/>
                </a:moveTo>
                <a:lnTo>
                  <a:pt x="0" y="0"/>
                </a:lnTo>
                <a:lnTo>
                  <a:pt x="0" y="9194258"/>
                </a:lnTo>
                <a:lnTo>
                  <a:pt x="5444162" y="9194258"/>
                </a:lnTo>
                <a:lnTo>
                  <a:pt x="5444162"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Freeform 12"/>
          <p:cNvSpPr/>
          <p:nvPr/>
        </p:nvSpPr>
        <p:spPr>
          <a:xfrm>
            <a:off x="4219450" y="1028700"/>
            <a:ext cx="9849101" cy="8391700"/>
          </a:xfrm>
          <a:custGeom>
            <a:avLst/>
            <a:gdLst/>
            <a:ahLst/>
            <a:cxnLst/>
            <a:rect l="l" t="t" r="r" b="b"/>
            <a:pathLst>
              <a:path w="9849101" h="8391700">
                <a:moveTo>
                  <a:pt x="0" y="0"/>
                </a:moveTo>
                <a:lnTo>
                  <a:pt x="9849100" y="0"/>
                </a:lnTo>
                <a:lnTo>
                  <a:pt x="9849100" y="8391700"/>
                </a:lnTo>
                <a:lnTo>
                  <a:pt x="0" y="8391700"/>
                </a:lnTo>
                <a:lnTo>
                  <a:pt x="0" y="0"/>
                </a:lnTo>
                <a:close/>
              </a:path>
            </a:pathLst>
          </a:custGeom>
          <a:blipFill>
            <a:blip r:embed="rId10"/>
            <a:stretch>
              <a:fillRect l="-1587" r="-1587" b="-2905"/>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3111" b="-13111"/>
            </a:stretch>
          </a:blipFill>
        </p:spPr>
      </p:sp>
      <p:sp>
        <p:nvSpPr>
          <p:cNvPr id="3" name="Freeform 3"/>
          <p:cNvSpPr/>
          <p:nvPr/>
        </p:nvSpPr>
        <p:spPr>
          <a:xfrm>
            <a:off x="14161312" y="-702184"/>
            <a:ext cx="4372111" cy="3306906"/>
          </a:xfrm>
          <a:custGeom>
            <a:avLst/>
            <a:gdLst/>
            <a:ahLst/>
            <a:cxnLst/>
            <a:rect l="l" t="t" r="r" b="b"/>
            <a:pathLst>
              <a:path w="4372111" h="3306906">
                <a:moveTo>
                  <a:pt x="0" y="0"/>
                </a:moveTo>
                <a:lnTo>
                  <a:pt x="4372111" y="0"/>
                </a:lnTo>
                <a:lnTo>
                  <a:pt x="4372111" y="3306906"/>
                </a:lnTo>
                <a:lnTo>
                  <a:pt x="0" y="3306906"/>
                </a:lnTo>
                <a:lnTo>
                  <a:pt x="0" y="0"/>
                </a:lnTo>
                <a:close/>
              </a:path>
            </a:pathLst>
          </a:custGeom>
          <a:blipFill>
            <a:blip r:embed="rId2">
              <a:alphaModFix amt="42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1758097" y="5678057"/>
            <a:ext cx="7135220" cy="6330886"/>
          </a:xfrm>
          <a:custGeom>
            <a:avLst/>
            <a:gdLst/>
            <a:ahLst/>
            <a:cxnLst/>
            <a:rect l="l" t="t" r="r" b="b"/>
            <a:pathLst>
              <a:path w="7135220" h="6330886">
                <a:moveTo>
                  <a:pt x="0" y="0"/>
                </a:moveTo>
                <a:lnTo>
                  <a:pt x="7135220" y="0"/>
                </a:lnTo>
                <a:lnTo>
                  <a:pt x="7135220" y="6330887"/>
                </a:lnTo>
                <a:lnTo>
                  <a:pt x="0" y="6330887"/>
                </a:lnTo>
                <a:lnTo>
                  <a:pt x="0" y="0"/>
                </a:lnTo>
                <a:close/>
              </a:path>
            </a:pathLst>
          </a:custGeom>
          <a:blipFill>
            <a:blip r:embed="rId4">
              <a:alphaModFix amt="65999"/>
              <a:extLst>
                <a:ext uri="{96DAC541-7B7A-43D3-8B79-37D633B846F1}">
                  <asvg:svgBlip xmlns:asvg="http://schemas.microsoft.com/office/drawing/2016/SVG/main" r:embed="rId5"/>
                </a:ext>
              </a:extLst>
            </a:blip>
            <a:stretch>
              <a:fillRect/>
            </a:stretch>
          </a:blipFill>
        </p:spPr>
      </p:sp>
      <p:sp>
        <p:nvSpPr>
          <p:cNvPr id="5" name="Freeform 5"/>
          <p:cNvSpPr/>
          <p:nvPr/>
        </p:nvSpPr>
        <p:spPr>
          <a:xfrm>
            <a:off x="-754483" y="-1363553"/>
            <a:ext cx="6803544" cy="6147930"/>
          </a:xfrm>
          <a:custGeom>
            <a:avLst/>
            <a:gdLst/>
            <a:ahLst/>
            <a:cxnLst/>
            <a:rect l="l" t="t" r="r" b="b"/>
            <a:pathLst>
              <a:path w="6803544" h="6147930">
                <a:moveTo>
                  <a:pt x="0" y="0"/>
                </a:moveTo>
                <a:lnTo>
                  <a:pt x="6803544" y="0"/>
                </a:lnTo>
                <a:lnTo>
                  <a:pt x="6803544" y="6147930"/>
                </a:lnTo>
                <a:lnTo>
                  <a:pt x="0" y="6147930"/>
                </a:lnTo>
                <a:lnTo>
                  <a:pt x="0" y="0"/>
                </a:lnTo>
                <a:close/>
              </a:path>
            </a:pathLst>
          </a:custGeom>
          <a:blipFill>
            <a:blip r:embed="rId6">
              <a:alphaModFix amt="58000"/>
              <a:extLst>
                <a:ext uri="{96DAC541-7B7A-43D3-8B79-37D633B846F1}">
                  <asvg:svgBlip xmlns:asvg="http://schemas.microsoft.com/office/drawing/2016/SVG/main" r:embed="rId7"/>
                </a:ext>
              </a:extLst>
            </a:blip>
            <a:stretch>
              <a:fillRect/>
            </a:stretch>
          </a:blipFill>
        </p:spPr>
      </p:sp>
      <p:grpSp>
        <p:nvGrpSpPr>
          <p:cNvPr id="6" name="Group 6"/>
          <p:cNvGrpSpPr/>
          <p:nvPr/>
        </p:nvGrpSpPr>
        <p:grpSpPr>
          <a:xfrm rot="0">
            <a:off x="842291" y="1028700"/>
            <a:ext cx="16603419" cy="8229600"/>
            <a:chOff x="0" y="0"/>
            <a:chExt cx="4372917" cy="2167467"/>
          </a:xfrm>
        </p:grpSpPr>
        <p:sp>
          <p:nvSpPr>
            <p:cNvPr id="7" name="Freeform 7"/>
            <p:cNvSpPr/>
            <p:nvPr/>
          </p:nvSpPr>
          <p:spPr>
            <a:xfrm>
              <a:off x="0" y="0"/>
              <a:ext cx="4372917" cy="2167467"/>
            </a:xfrm>
            <a:custGeom>
              <a:avLst/>
              <a:gdLst/>
              <a:ahLst/>
              <a:cxnLst/>
              <a:rect l="l" t="t" r="r" b="b"/>
              <a:pathLst>
                <a:path w="4372917" h="2167467">
                  <a:moveTo>
                    <a:pt x="0" y="0"/>
                  </a:moveTo>
                  <a:lnTo>
                    <a:pt x="4372917" y="0"/>
                  </a:lnTo>
                  <a:lnTo>
                    <a:pt x="4372917" y="2167467"/>
                  </a:lnTo>
                  <a:lnTo>
                    <a:pt x="0" y="2167467"/>
                  </a:lnTo>
                  <a:close/>
                </a:path>
              </a:pathLst>
            </a:custGeom>
            <a:solidFill>
              <a:srgbClr val="FAE2C5">
                <a:alpha val="72941"/>
              </a:srgbClr>
            </a:solidFill>
          </p:spPr>
        </p:sp>
        <p:sp>
          <p:nvSpPr>
            <p:cNvPr id="8" name="TextBox 8"/>
            <p:cNvSpPr txBox="1"/>
            <p:nvPr/>
          </p:nvSpPr>
          <p:spPr>
            <a:xfrm>
              <a:off x="0" y="-38100"/>
              <a:ext cx="4372917" cy="2205567"/>
            </a:xfrm>
            <a:prstGeom prst="rect">
              <a:avLst/>
            </a:prstGeom>
          </p:spPr>
          <p:txBody>
            <a:bodyPr lIns="50800" tIns="50800" rIns="50800" bIns="50800" rtlCol="0" anchor="ctr"/>
            <a:lstStyle/>
            <a:p>
              <a:pPr algn="just">
                <a:lnSpc>
                  <a:spcPts val="2660"/>
                </a:lnSpc>
                <a:spcBef>
                  <a:spcPct val="0"/>
                </a:spcBef>
              </a:pPr>
            </a:p>
          </p:txBody>
        </p:sp>
      </p:grpSp>
      <p:sp>
        <p:nvSpPr>
          <p:cNvPr id="9" name="Freeform 9"/>
          <p:cNvSpPr/>
          <p:nvPr/>
        </p:nvSpPr>
        <p:spPr>
          <a:xfrm rot="953624" flipH="1" flipV="1">
            <a:off x="-592410" y="8494973"/>
            <a:ext cx="2987406" cy="2259565"/>
          </a:xfrm>
          <a:custGeom>
            <a:avLst/>
            <a:gdLst/>
            <a:ahLst/>
            <a:cxnLst/>
            <a:rect l="l" t="t" r="r" b="b"/>
            <a:pathLst>
              <a:path w="2987406" h="2259565">
                <a:moveTo>
                  <a:pt x="2987405" y="2259565"/>
                </a:moveTo>
                <a:lnTo>
                  <a:pt x="0" y="2259565"/>
                </a:lnTo>
                <a:lnTo>
                  <a:pt x="0" y="0"/>
                </a:lnTo>
                <a:lnTo>
                  <a:pt x="2987405" y="0"/>
                </a:lnTo>
                <a:lnTo>
                  <a:pt x="2987405" y="225956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a:off x="433944" y="546371"/>
            <a:ext cx="5444162" cy="9194258"/>
          </a:xfrm>
          <a:custGeom>
            <a:avLst/>
            <a:gdLst/>
            <a:ahLst/>
            <a:cxnLst/>
            <a:rect l="l" t="t" r="r" b="b"/>
            <a:pathLst>
              <a:path w="5444162" h="9194258">
                <a:moveTo>
                  <a:pt x="0" y="0"/>
                </a:moveTo>
                <a:lnTo>
                  <a:pt x="5444162" y="0"/>
                </a:lnTo>
                <a:lnTo>
                  <a:pt x="5444162" y="9194258"/>
                </a:lnTo>
                <a:lnTo>
                  <a:pt x="0" y="919425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Freeform 11"/>
          <p:cNvSpPr/>
          <p:nvPr/>
        </p:nvSpPr>
        <p:spPr>
          <a:xfrm flipH="1">
            <a:off x="12428691" y="597103"/>
            <a:ext cx="5444162" cy="9194258"/>
          </a:xfrm>
          <a:custGeom>
            <a:avLst/>
            <a:gdLst/>
            <a:ahLst/>
            <a:cxnLst/>
            <a:rect l="l" t="t" r="r" b="b"/>
            <a:pathLst>
              <a:path w="5444162" h="9194258">
                <a:moveTo>
                  <a:pt x="5444162" y="0"/>
                </a:moveTo>
                <a:lnTo>
                  <a:pt x="0" y="0"/>
                </a:lnTo>
                <a:lnTo>
                  <a:pt x="0" y="9194258"/>
                </a:lnTo>
                <a:lnTo>
                  <a:pt x="5444162" y="9194258"/>
                </a:lnTo>
                <a:lnTo>
                  <a:pt x="5444162"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Freeform 12"/>
          <p:cNvSpPr/>
          <p:nvPr/>
        </p:nvSpPr>
        <p:spPr>
          <a:xfrm>
            <a:off x="4512636" y="1079432"/>
            <a:ext cx="8864791" cy="8229600"/>
          </a:xfrm>
          <a:custGeom>
            <a:avLst/>
            <a:gdLst/>
            <a:ahLst/>
            <a:cxnLst/>
            <a:rect l="l" t="t" r="r" b="b"/>
            <a:pathLst>
              <a:path w="8864791" h="8229600">
                <a:moveTo>
                  <a:pt x="0" y="0"/>
                </a:moveTo>
                <a:lnTo>
                  <a:pt x="8864791" y="0"/>
                </a:lnTo>
                <a:lnTo>
                  <a:pt x="8864791" y="8229600"/>
                </a:lnTo>
                <a:lnTo>
                  <a:pt x="0" y="8229600"/>
                </a:lnTo>
                <a:lnTo>
                  <a:pt x="0" y="0"/>
                </a:lnTo>
                <a:close/>
              </a:path>
            </a:pathLst>
          </a:custGeom>
          <a:blipFill>
            <a:blip r:embed="rId10"/>
            <a:stretch>
              <a:fillRect t="-2020" b="-2020"/>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3111" b="-13111"/>
            </a:stretch>
          </a:blipFill>
        </p:spPr>
      </p:sp>
      <p:sp>
        <p:nvSpPr>
          <p:cNvPr id="3" name="Freeform 3"/>
          <p:cNvSpPr/>
          <p:nvPr/>
        </p:nvSpPr>
        <p:spPr>
          <a:xfrm>
            <a:off x="14161312" y="-702184"/>
            <a:ext cx="4372111" cy="3306906"/>
          </a:xfrm>
          <a:custGeom>
            <a:avLst/>
            <a:gdLst/>
            <a:ahLst/>
            <a:cxnLst/>
            <a:rect l="l" t="t" r="r" b="b"/>
            <a:pathLst>
              <a:path w="4372111" h="3306906">
                <a:moveTo>
                  <a:pt x="0" y="0"/>
                </a:moveTo>
                <a:lnTo>
                  <a:pt x="4372111" y="0"/>
                </a:lnTo>
                <a:lnTo>
                  <a:pt x="4372111" y="3306906"/>
                </a:lnTo>
                <a:lnTo>
                  <a:pt x="0" y="3306906"/>
                </a:lnTo>
                <a:lnTo>
                  <a:pt x="0" y="0"/>
                </a:lnTo>
                <a:close/>
              </a:path>
            </a:pathLst>
          </a:custGeom>
          <a:blipFill>
            <a:blip r:embed="rId2">
              <a:alphaModFix amt="42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1758097" y="5678057"/>
            <a:ext cx="7135220" cy="6330886"/>
          </a:xfrm>
          <a:custGeom>
            <a:avLst/>
            <a:gdLst/>
            <a:ahLst/>
            <a:cxnLst/>
            <a:rect l="l" t="t" r="r" b="b"/>
            <a:pathLst>
              <a:path w="7135220" h="6330886">
                <a:moveTo>
                  <a:pt x="0" y="0"/>
                </a:moveTo>
                <a:lnTo>
                  <a:pt x="7135220" y="0"/>
                </a:lnTo>
                <a:lnTo>
                  <a:pt x="7135220" y="6330887"/>
                </a:lnTo>
                <a:lnTo>
                  <a:pt x="0" y="6330887"/>
                </a:lnTo>
                <a:lnTo>
                  <a:pt x="0" y="0"/>
                </a:lnTo>
                <a:close/>
              </a:path>
            </a:pathLst>
          </a:custGeom>
          <a:blipFill>
            <a:blip r:embed="rId4">
              <a:alphaModFix amt="65999"/>
              <a:extLst>
                <a:ext uri="{96DAC541-7B7A-43D3-8B79-37D633B846F1}">
                  <asvg:svgBlip xmlns:asvg="http://schemas.microsoft.com/office/drawing/2016/SVG/main" r:embed="rId5"/>
                </a:ext>
              </a:extLst>
            </a:blip>
            <a:stretch>
              <a:fillRect/>
            </a:stretch>
          </a:blipFill>
        </p:spPr>
      </p:sp>
      <p:sp>
        <p:nvSpPr>
          <p:cNvPr id="5" name="Freeform 5"/>
          <p:cNvSpPr/>
          <p:nvPr/>
        </p:nvSpPr>
        <p:spPr>
          <a:xfrm>
            <a:off x="-754483" y="-1363553"/>
            <a:ext cx="6803544" cy="6147930"/>
          </a:xfrm>
          <a:custGeom>
            <a:avLst/>
            <a:gdLst/>
            <a:ahLst/>
            <a:cxnLst/>
            <a:rect l="l" t="t" r="r" b="b"/>
            <a:pathLst>
              <a:path w="6803544" h="6147930">
                <a:moveTo>
                  <a:pt x="0" y="0"/>
                </a:moveTo>
                <a:lnTo>
                  <a:pt x="6803544" y="0"/>
                </a:lnTo>
                <a:lnTo>
                  <a:pt x="6803544" y="6147930"/>
                </a:lnTo>
                <a:lnTo>
                  <a:pt x="0" y="6147930"/>
                </a:lnTo>
                <a:lnTo>
                  <a:pt x="0" y="0"/>
                </a:lnTo>
                <a:close/>
              </a:path>
            </a:pathLst>
          </a:custGeom>
          <a:blipFill>
            <a:blip r:embed="rId6">
              <a:alphaModFix amt="58000"/>
              <a:extLst>
                <a:ext uri="{96DAC541-7B7A-43D3-8B79-37D633B846F1}">
                  <asvg:svgBlip xmlns:asvg="http://schemas.microsoft.com/office/drawing/2016/SVG/main" r:embed="rId7"/>
                </a:ext>
              </a:extLst>
            </a:blip>
            <a:stretch>
              <a:fillRect/>
            </a:stretch>
          </a:blipFill>
        </p:spPr>
      </p:sp>
      <p:grpSp>
        <p:nvGrpSpPr>
          <p:cNvPr id="6" name="Group 6"/>
          <p:cNvGrpSpPr/>
          <p:nvPr/>
        </p:nvGrpSpPr>
        <p:grpSpPr>
          <a:xfrm rot="0">
            <a:off x="842291" y="1028700"/>
            <a:ext cx="16603419" cy="8229600"/>
            <a:chOff x="0" y="0"/>
            <a:chExt cx="4372917" cy="2167467"/>
          </a:xfrm>
        </p:grpSpPr>
        <p:sp>
          <p:nvSpPr>
            <p:cNvPr id="7" name="Freeform 7"/>
            <p:cNvSpPr/>
            <p:nvPr/>
          </p:nvSpPr>
          <p:spPr>
            <a:xfrm>
              <a:off x="0" y="0"/>
              <a:ext cx="4372917" cy="2167467"/>
            </a:xfrm>
            <a:custGeom>
              <a:avLst/>
              <a:gdLst/>
              <a:ahLst/>
              <a:cxnLst/>
              <a:rect l="l" t="t" r="r" b="b"/>
              <a:pathLst>
                <a:path w="4372917" h="2167467">
                  <a:moveTo>
                    <a:pt x="0" y="0"/>
                  </a:moveTo>
                  <a:lnTo>
                    <a:pt x="4372917" y="0"/>
                  </a:lnTo>
                  <a:lnTo>
                    <a:pt x="4372917" y="2167467"/>
                  </a:lnTo>
                  <a:lnTo>
                    <a:pt x="0" y="2167467"/>
                  </a:lnTo>
                  <a:close/>
                </a:path>
              </a:pathLst>
            </a:custGeom>
            <a:solidFill>
              <a:srgbClr val="FAE2C5">
                <a:alpha val="72941"/>
              </a:srgbClr>
            </a:solidFill>
          </p:spPr>
        </p:sp>
        <p:sp>
          <p:nvSpPr>
            <p:cNvPr id="8" name="TextBox 8"/>
            <p:cNvSpPr txBox="1"/>
            <p:nvPr/>
          </p:nvSpPr>
          <p:spPr>
            <a:xfrm>
              <a:off x="0" y="-38100"/>
              <a:ext cx="4372917" cy="2205567"/>
            </a:xfrm>
            <a:prstGeom prst="rect">
              <a:avLst/>
            </a:prstGeom>
          </p:spPr>
          <p:txBody>
            <a:bodyPr lIns="50800" tIns="50800" rIns="50800" bIns="50800" rtlCol="0" anchor="ctr"/>
            <a:lstStyle/>
            <a:p>
              <a:pPr algn="just">
                <a:lnSpc>
                  <a:spcPts val="2660"/>
                </a:lnSpc>
                <a:spcBef>
                  <a:spcPct val="0"/>
                </a:spcBef>
              </a:pPr>
            </a:p>
          </p:txBody>
        </p:sp>
      </p:grpSp>
      <p:sp>
        <p:nvSpPr>
          <p:cNvPr id="9" name="Freeform 9"/>
          <p:cNvSpPr/>
          <p:nvPr/>
        </p:nvSpPr>
        <p:spPr>
          <a:xfrm rot="953624" flipH="1" flipV="1">
            <a:off x="-592410" y="8494973"/>
            <a:ext cx="2987406" cy="2259565"/>
          </a:xfrm>
          <a:custGeom>
            <a:avLst/>
            <a:gdLst/>
            <a:ahLst/>
            <a:cxnLst/>
            <a:rect l="l" t="t" r="r" b="b"/>
            <a:pathLst>
              <a:path w="2987406" h="2259565">
                <a:moveTo>
                  <a:pt x="2987405" y="2259565"/>
                </a:moveTo>
                <a:lnTo>
                  <a:pt x="0" y="2259565"/>
                </a:lnTo>
                <a:lnTo>
                  <a:pt x="0" y="0"/>
                </a:lnTo>
                <a:lnTo>
                  <a:pt x="2987405" y="0"/>
                </a:lnTo>
                <a:lnTo>
                  <a:pt x="2987405" y="225956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a:off x="433944" y="546371"/>
            <a:ext cx="5444162" cy="9194258"/>
          </a:xfrm>
          <a:custGeom>
            <a:avLst/>
            <a:gdLst/>
            <a:ahLst/>
            <a:cxnLst/>
            <a:rect l="l" t="t" r="r" b="b"/>
            <a:pathLst>
              <a:path w="5444162" h="9194258">
                <a:moveTo>
                  <a:pt x="0" y="0"/>
                </a:moveTo>
                <a:lnTo>
                  <a:pt x="5444162" y="0"/>
                </a:lnTo>
                <a:lnTo>
                  <a:pt x="5444162" y="9194258"/>
                </a:lnTo>
                <a:lnTo>
                  <a:pt x="0" y="919425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Freeform 11"/>
          <p:cNvSpPr/>
          <p:nvPr/>
        </p:nvSpPr>
        <p:spPr>
          <a:xfrm flipH="1">
            <a:off x="12428691" y="597103"/>
            <a:ext cx="5444162" cy="9194258"/>
          </a:xfrm>
          <a:custGeom>
            <a:avLst/>
            <a:gdLst/>
            <a:ahLst/>
            <a:cxnLst/>
            <a:rect l="l" t="t" r="r" b="b"/>
            <a:pathLst>
              <a:path w="5444162" h="9194258">
                <a:moveTo>
                  <a:pt x="5444162" y="0"/>
                </a:moveTo>
                <a:lnTo>
                  <a:pt x="0" y="0"/>
                </a:lnTo>
                <a:lnTo>
                  <a:pt x="0" y="9194258"/>
                </a:lnTo>
                <a:lnTo>
                  <a:pt x="5444162" y="9194258"/>
                </a:lnTo>
                <a:lnTo>
                  <a:pt x="5444162"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Freeform 12"/>
          <p:cNvSpPr/>
          <p:nvPr/>
        </p:nvSpPr>
        <p:spPr>
          <a:xfrm>
            <a:off x="3733967" y="5780021"/>
            <a:ext cx="11486655" cy="2957814"/>
          </a:xfrm>
          <a:custGeom>
            <a:avLst/>
            <a:gdLst/>
            <a:ahLst/>
            <a:cxnLst/>
            <a:rect l="l" t="t" r="r" b="b"/>
            <a:pathLst>
              <a:path w="11486655" h="2957814">
                <a:moveTo>
                  <a:pt x="0" y="0"/>
                </a:moveTo>
                <a:lnTo>
                  <a:pt x="11486655" y="0"/>
                </a:lnTo>
                <a:lnTo>
                  <a:pt x="11486655" y="2957814"/>
                </a:lnTo>
                <a:lnTo>
                  <a:pt x="0" y="2957814"/>
                </a:lnTo>
                <a:lnTo>
                  <a:pt x="0" y="0"/>
                </a:lnTo>
                <a:close/>
              </a:path>
            </a:pathLst>
          </a:custGeom>
          <a:blipFill>
            <a:blip r:embed="rId10"/>
            <a:stretch>
              <a:fillRect/>
            </a:stretch>
          </a:blipFill>
        </p:spPr>
      </p:sp>
      <p:sp>
        <p:nvSpPr>
          <p:cNvPr id="13" name="TextBox 13"/>
          <p:cNvSpPr txBox="1"/>
          <p:nvPr/>
        </p:nvSpPr>
        <p:spPr>
          <a:xfrm>
            <a:off x="5190227" y="2124414"/>
            <a:ext cx="7907546" cy="884416"/>
          </a:xfrm>
          <a:prstGeom prst="rect">
            <a:avLst/>
          </a:prstGeom>
        </p:spPr>
        <p:txBody>
          <a:bodyPr lIns="0" tIns="0" rIns="0" bIns="0" rtlCol="0" anchor="t">
            <a:spAutoFit/>
          </a:bodyPr>
          <a:lstStyle/>
          <a:p>
            <a:pPr algn="ctr">
              <a:lnSpc>
                <a:spcPts val="6205"/>
              </a:lnSpc>
            </a:pPr>
            <a:r>
              <a:rPr lang="en-US" sz="5345" b="1">
                <a:solidFill>
                  <a:srgbClr val="000000"/>
                </a:solidFill>
                <a:latin typeface="Mak Bold"/>
                <a:ea typeface="Mak Bold"/>
                <a:cs typeface="Mak Bold"/>
                <a:sym typeface="Mak Bold"/>
              </a:rPr>
              <a:t>Slope of Budget LIne</a:t>
            </a:r>
            <a:endParaRPr lang="en-US" sz="5345" b="1">
              <a:solidFill>
                <a:srgbClr val="000000"/>
              </a:solidFill>
              <a:latin typeface="Mak Bold"/>
              <a:ea typeface="Mak Bold"/>
              <a:cs typeface="Mak Bold"/>
              <a:sym typeface="Mak Bold"/>
            </a:endParaRPr>
          </a:p>
        </p:txBody>
      </p:sp>
      <p:sp>
        <p:nvSpPr>
          <p:cNvPr id="14" name="Text Box 13"/>
          <p:cNvSpPr txBox="1"/>
          <p:nvPr/>
        </p:nvSpPr>
        <p:spPr>
          <a:xfrm>
            <a:off x="3491865" y="3556000"/>
            <a:ext cx="11419840" cy="1676400"/>
          </a:xfrm>
          <a:prstGeom prst="rect">
            <a:avLst/>
          </a:prstGeom>
          <a:noFill/>
        </p:spPr>
        <p:txBody>
          <a:bodyPr wrap="square" rtlCol="0">
            <a:noAutofit/>
          </a:bodyPr>
          <a:p>
            <a:r>
              <a:rPr lang="en-US" sz="4400"/>
              <a:t>The slope of the budget line shows the rate at which one good is sacrificed to get more of another good.</a:t>
            </a:r>
            <a:endParaRPr lang="en-US" sz="4400"/>
          </a:p>
        </p:txBody>
      </p:sp>
    </p:spTree>
  </p:cSld>
  <p:clrMapOvr>
    <a:masterClrMapping/>
  </p:clrMapOvr>
  <mc:AlternateContent xmlns:mc="http://schemas.openxmlformats.org/markup-compatibility/2006">
    <mc:Choice xmlns:p14="http://schemas.microsoft.com/office/powerpoint/2010/main" Requires="p14">
      <p:transition spd="slow" p14:dur="1000">
        <p:wedge/>
      </p:transition>
    </mc:Choice>
    <mc:Fallback>
      <p:transition spd="slow">
        <p:wedg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3111" b="-13111"/>
            </a:stretch>
          </a:blipFill>
        </p:spPr>
      </p:sp>
      <p:sp>
        <p:nvSpPr>
          <p:cNvPr id="3" name="Freeform 3"/>
          <p:cNvSpPr/>
          <p:nvPr/>
        </p:nvSpPr>
        <p:spPr>
          <a:xfrm>
            <a:off x="14161312" y="-702184"/>
            <a:ext cx="4372111" cy="3306906"/>
          </a:xfrm>
          <a:custGeom>
            <a:avLst/>
            <a:gdLst/>
            <a:ahLst/>
            <a:cxnLst/>
            <a:rect l="l" t="t" r="r" b="b"/>
            <a:pathLst>
              <a:path w="4372111" h="3306906">
                <a:moveTo>
                  <a:pt x="0" y="0"/>
                </a:moveTo>
                <a:lnTo>
                  <a:pt x="4372111" y="0"/>
                </a:lnTo>
                <a:lnTo>
                  <a:pt x="4372111" y="3306906"/>
                </a:lnTo>
                <a:lnTo>
                  <a:pt x="0" y="3306906"/>
                </a:lnTo>
                <a:lnTo>
                  <a:pt x="0" y="0"/>
                </a:lnTo>
                <a:close/>
              </a:path>
            </a:pathLst>
          </a:custGeom>
          <a:blipFill>
            <a:blip r:embed="rId2">
              <a:alphaModFix amt="42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1758097" y="5678057"/>
            <a:ext cx="7135220" cy="6330886"/>
          </a:xfrm>
          <a:custGeom>
            <a:avLst/>
            <a:gdLst/>
            <a:ahLst/>
            <a:cxnLst/>
            <a:rect l="l" t="t" r="r" b="b"/>
            <a:pathLst>
              <a:path w="7135220" h="6330886">
                <a:moveTo>
                  <a:pt x="0" y="0"/>
                </a:moveTo>
                <a:lnTo>
                  <a:pt x="7135220" y="0"/>
                </a:lnTo>
                <a:lnTo>
                  <a:pt x="7135220" y="6330887"/>
                </a:lnTo>
                <a:lnTo>
                  <a:pt x="0" y="6330887"/>
                </a:lnTo>
                <a:lnTo>
                  <a:pt x="0" y="0"/>
                </a:lnTo>
                <a:close/>
              </a:path>
            </a:pathLst>
          </a:custGeom>
          <a:blipFill>
            <a:blip r:embed="rId4">
              <a:alphaModFix amt="65999"/>
              <a:extLst>
                <a:ext uri="{96DAC541-7B7A-43D3-8B79-37D633B846F1}">
                  <asvg:svgBlip xmlns:asvg="http://schemas.microsoft.com/office/drawing/2016/SVG/main" r:embed="rId5"/>
                </a:ext>
              </a:extLst>
            </a:blip>
            <a:stretch>
              <a:fillRect/>
            </a:stretch>
          </a:blipFill>
        </p:spPr>
      </p:sp>
      <p:sp>
        <p:nvSpPr>
          <p:cNvPr id="5" name="Freeform 5"/>
          <p:cNvSpPr/>
          <p:nvPr/>
        </p:nvSpPr>
        <p:spPr>
          <a:xfrm>
            <a:off x="-754483" y="-1363553"/>
            <a:ext cx="6803544" cy="6147930"/>
          </a:xfrm>
          <a:custGeom>
            <a:avLst/>
            <a:gdLst/>
            <a:ahLst/>
            <a:cxnLst/>
            <a:rect l="l" t="t" r="r" b="b"/>
            <a:pathLst>
              <a:path w="6803544" h="6147930">
                <a:moveTo>
                  <a:pt x="0" y="0"/>
                </a:moveTo>
                <a:lnTo>
                  <a:pt x="6803544" y="0"/>
                </a:lnTo>
                <a:lnTo>
                  <a:pt x="6803544" y="6147930"/>
                </a:lnTo>
                <a:lnTo>
                  <a:pt x="0" y="6147930"/>
                </a:lnTo>
                <a:lnTo>
                  <a:pt x="0" y="0"/>
                </a:lnTo>
                <a:close/>
              </a:path>
            </a:pathLst>
          </a:custGeom>
          <a:blipFill>
            <a:blip r:embed="rId6">
              <a:alphaModFix amt="58000"/>
              <a:extLst>
                <a:ext uri="{96DAC541-7B7A-43D3-8B79-37D633B846F1}">
                  <asvg:svgBlip xmlns:asvg="http://schemas.microsoft.com/office/drawing/2016/SVG/main" r:embed="rId7"/>
                </a:ext>
              </a:extLst>
            </a:blip>
            <a:stretch>
              <a:fillRect/>
            </a:stretch>
          </a:blipFill>
        </p:spPr>
      </p:sp>
      <p:grpSp>
        <p:nvGrpSpPr>
          <p:cNvPr id="6" name="Group 6"/>
          <p:cNvGrpSpPr/>
          <p:nvPr/>
        </p:nvGrpSpPr>
        <p:grpSpPr>
          <a:xfrm rot="0">
            <a:off x="842291" y="1028700"/>
            <a:ext cx="16603419" cy="8229600"/>
            <a:chOff x="0" y="0"/>
            <a:chExt cx="4372917" cy="2167467"/>
          </a:xfrm>
        </p:grpSpPr>
        <p:sp>
          <p:nvSpPr>
            <p:cNvPr id="7" name="Freeform 7"/>
            <p:cNvSpPr/>
            <p:nvPr/>
          </p:nvSpPr>
          <p:spPr>
            <a:xfrm>
              <a:off x="0" y="0"/>
              <a:ext cx="4372917" cy="2167467"/>
            </a:xfrm>
            <a:custGeom>
              <a:avLst/>
              <a:gdLst/>
              <a:ahLst/>
              <a:cxnLst/>
              <a:rect l="l" t="t" r="r" b="b"/>
              <a:pathLst>
                <a:path w="4372917" h="2167467">
                  <a:moveTo>
                    <a:pt x="0" y="0"/>
                  </a:moveTo>
                  <a:lnTo>
                    <a:pt x="4372917" y="0"/>
                  </a:lnTo>
                  <a:lnTo>
                    <a:pt x="4372917" y="2167467"/>
                  </a:lnTo>
                  <a:lnTo>
                    <a:pt x="0" y="2167467"/>
                  </a:lnTo>
                  <a:close/>
                </a:path>
              </a:pathLst>
            </a:custGeom>
            <a:solidFill>
              <a:srgbClr val="FAE2C5">
                <a:alpha val="72941"/>
              </a:srgbClr>
            </a:solidFill>
          </p:spPr>
        </p:sp>
        <p:sp>
          <p:nvSpPr>
            <p:cNvPr id="8" name="TextBox 8"/>
            <p:cNvSpPr txBox="1"/>
            <p:nvPr/>
          </p:nvSpPr>
          <p:spPr>
            <a:xfrm>
              <a:off x="0" y="-38100"/>
              <a:ext cx="4372917" cy="2205567"/>
            </a:xfrm>
            <a:prstGeom prst="rect">
              <a:avLst/>
            </a:prstGeom>
          </p:spPr>
          <p:txBody>
            <a:bodyPr lIns="50800" tIns="50800" rIns="50800" bIns="50800" rtlCol="0" anchor="ctr"/>
            <a:lstStyle/>
            <a:p>
              <a:pPr algn="just">
                <a:lnSpc>
                  <a:spcPts val="2660"/>
                </a:lnSpc>
                <a:spcBef>
                  <a:spcPct val="0"/>
                </a:spcBef>
              </a:pPr>
            </a:p>
          </p:txBody>
        </p:sp>
      </p:grpSp>
      <p:sp>
        <p:nvSpPr>
          <p:cNvPr id="9" name="Freeform 9"/>
          <p:cNvSpPr/>
          <p:nvPr/>
        </p:nvSpPr>
        <p:spPr>
          <a:xfrm rot="953624" flipH="1" flipV="1">
            <a:off x="-592410" y="8494973"/>
            <a:ext cx="2987406" cy="2259565"/>
          </a:xfrm>
          <a:custGeom>
            <a:avLst/>
            <a:gdLst/>
            <a:ahLst/>
            <a:cxnLst/>
            <a:rect l="l" t="t" r="r" b="b"/>
            <a:pathLst>
              <a:path w="2987406" h="2259565">
                <a:moveTo>
                  <a:pt x="2987405" y="2259565"/>
                </a:moveTo>
                <a:lnTo>
                  <a:pt x="0" y="2259565"/>
                </a:lnTo>
                <a:lnTo>
                  <a:pt x="0" y="0"/>
                </a:lnTo>
                <a:lnTo>
                  <a:pt x="2987405" y="0"/>
                </a:lnTo>
                <a:lnTo>
                  <a:pt x="2987405" y="225956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a:off x="433944" y="546371"/>
            <a:ext cx="5444162" cy="9194258"/>
          </a:xfrm>
          <a:custGeom>
            <a:avLst/>
            <a:gdLst/>
            <a:ahLst/>
            <a:cxnLst/>
            <a:rect l="l" t="t" r="r" b="b"/>
            <a:pathLst>
              <a:path w="5444162" h="9194258">
                <a:moveTo>
                  <a:pt x="0" y="0"/>
                </a:moveTo>
                <a:lnTo>
                  <a:pt x="5444162" y="0"/>
                </a:lnTo>
                <a:lnTo>
                  <a:pt x="5444162" y="9194258"/>
                </a:lnTo>
                <a:lnTo>
                  <a:pt x="0" y="919425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Freeform 11"/>
          <p:cNvSpPr/>
          <p:nvPr/>
        </p:nvSpPr>
        <p:spPr>
          <a:xfrm flipH="1">
            <a:off x="12428691" y="597103"/>
            <a:ext cx="5444162" cy="9194258"/>
          </a:xfrm>
          <a:custGeom>
            <a:avLst/>
            <a:gdLst/>
            <a:ahLst/>
            <a:cxnLst/>
            <a:rect l="l" t="t" r="r" b="b"/>
            <a:pathLst>
              <a:path w="5444162" h="9194258">
                <a:moveTo>
                  <a:pt x="5444162" y="0"/>
                </a:moveTo>
                <a:lnTo>
                  <a:pt x="0" y="0"/>
                </a:lnTo>
                <a:lnTo>
                  <a:pt x="0" y="9194258"/>
                </a:lnTo>
                <a:lnTo>
                  <a:pt x="5444162" y="9194258"/>
                </a:lnTo>
                <a:lnTo>
                  <a:pt x="5444162"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TextBox 12"/>
          <p:cNvSpPr txBox="1"/>
          <p:nvPr/>
        </p:nvSpPr>
        <p:spPr>
          <a:xfrm>
            <a:off x="4779696" y="1393453"/>
            <a:ext cx="9381616" cy="1025946"/>
          </a:xfrm>
          <a:prstGeom prst="rect">
            <a:avLst/>
          </a:prstGeom>
        </p:spPr>
        <p:txBody>
          <a:bodyPr lIns="0" tIns="0" rIns="0" bIns="0" rtlCol="0" anchor="t">
            <a:spAutoFit/>
          </a:bodyPr>
          <a:lstStyle/>
          <a:p>
            <a:pPr algn="ctr">
              <a:lnSpc>
                <a:spcPts val="7105"/>
              </a:lnSpc>
            </a:pPr>
            <a:r>
              <a:rPr lang="en-US" sz="6125" b="1">
                <a:solidFill>
                  <a:srgbClr val="000000"/>
                </a:solidFill>
                <a:latin typeface="Mak Bold"/>
                <a:ea typeface="Mak Bold"/>
                <a:cs typeface="Mak Bold"/>
                <a:sym typeface="Mak Bold"/>
              </a:rPr>
              <a:t>Swing in Budget Line</a:t>
            </a:r>
            <a:endParaRPr lang="en-US" sz="6125" b="1">
              <a:solidFill>
                <a:srgbClr val="000000"/>
              </a:solidFill>
              <a:latin typeface="Mak Bold"/>
              <a:ea typeface="Mak Bold"/>
              <a:cs typeface="Mak Bold"/>
              <a:sym typeface="Mak Bold"/>
            </a:endParaRPr>
          </a:p>
        </p:txBody>
      </p:sp>
      <p:sp>
        <p:nvSpPr>
          <p:cNvPr id="13" name="TextBox 13"/>
          <p:cNvSpPr txBox="1"/>
          <p:nvPr/>
        </p:nvSpPr>
        <p:spPr>
          <a:xfrm>
            <a:off x="2433975" y="2392411"/>
            <a:ext cx="13636523" cy="5959912"/>
          </a:xfrm>
          <a:prstGeom prst="rect">
            <a:avLst/>
          </a:prstGeom>
        </p:spPr>
        <p:txBody>
          <a:bodyPr lIns="0" tIns="0" rIns="0" bIns="0" rtlCol="0" anchor="t">
            <a:spAutoFit/>
          </a:bodyPr>
          <a:lstStyle/>
          <a:p>
            <a:pPr marL="1037590" lvl="1" indent="-518795" algn="just">
              <a:lnSpc>
                <a:spcPts val="6725"/>
              </a:lnSpc>
              <a:buFont typeface="Arial" panose="020B0604020202020204"/>
              <a:buChar char="•"/>
            </a:pPr>
            <a:r>
              <a:rPr lang="en-US" sz="4805">
                <a:solidFill>
                  <a:srgbClr val="000000"/>
                </a:solidFill>
                <a:latin typeface="Glass Antiqua" panose="02000506000000020004"/>
                <a:ea typeface="Glass Antiqua" panose="02000506000000020004"/>
                <a:cs typeface="Glass Antiqua" panose="02000506000000020004"/>
                <a:sym typeface="Glass Antiqua" panose="02000506000000020004"/>
              </a:rPr>
              <a:t>Swing in budget line is the process of change in budget line where one point is constant and another point moves up and down.</a:t>
            </a:r>
            <a:endParaRPr lang="en-US" sz="4805">
              <a:solidFill>
                <a:srgbClr val="000000"/>
              </a:solidFill>
              <a:latin typeface="Glass Antiqua" panose="02000506000000020004"/>
              <a:ea typeface="Glass Antiqua" panose="02000506000000020004"/>
              <a:cs typeface="Glass Antiqua" panose="02000506000000020004"/>
              <a:sym typeface="Glass Antiqua" panose="02000506000000020004"/>
            </a:endParaRPr>
          </a:p>
          <a:p>
            <a:pPr marL="1037590" lvl="1" indent="-518795" algn="just">
              <a:lnSpc>
                <a:spcPts val="6725"/>
              </a:lnSpc>
              <a:buFont typeface="Arial" panose="020B0604020202020204"/>
              <a:buChar char="•"/>
            </a:pPr>
            <a:r>
              <a:rPr lang="en-US" sz="4805">
                <a:solidFill>
                  <a:srgbClr val="000000"/>
                </a:solidFill>
                <a:latin typeface="Glass Antiqua" panose="02000506000000020004"/>
                <a:ea typeface="Glass Antiqua" panose="02000506000000020004"/>
                <a:cs typeface="Glass Antiqua" panose="02000506000000020004"/>
                <a:sym typeface="Glass Antiqua" panose="02000506000000020004"/>
              </a:rPr>
              <a:t>Other things remaining the same, if price of particular commodity increase budget line swing downward and if price of commodity decrease budget line swing upward</a:t>
            </a:r>
            <a:endParaRPr lang="en-US" sz="4805">
              <a:solidFill>
                <a:srgbClr val="000000"/>
              </a:solidFill>
              <a:latin typeface="Glass Antiqua" panose="02000506000000020004"/>
              <a:ea typeface="Glass Antiqua" panose="02000506000000020004"/>
              <a:cs typeface="Glass Antiqua" panose="02000506000000020004"/>
              <a:sym typeface="Glass Antiqua" panose="020005060000000200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3111" b="-13111"/>
            </a:stretch>
          </a:blipFill>
        </p:spPr>
      </p:sp>
      <p:sp>
        <p:nvSpPr>
          <p:cNvPr id="3" name="Freeform 3"/>
          <p:cNvSpPr/>
          <p:nvPr/>
        </p:nvSpPr>
        <p:spPr>
          <a:xfrm>
            <a:off x="14161312" y="-702184"/>
            <a:ext cx="4372111" cy="3306906"/>
          </a:xfrm>
          <a:custGeom>
            <a:avLst/>
            <a:gdLst/>
            <a:ahLst/>
            <a:cxnLst/>
            <a:rect l="l" t="t" r="r" b="b"/>
            <a:pathLst>
              <a:path w="4372111" h="3306906">
                <a:moveTo>
                  <a:pt x="0" y="0"/>
                </a:moveTo>
                <a:lnTo>
                  <a:pt x="4372111" y="0"/>
                </a:lnTo>
                <a:lnTo>
                  <a:pt x="4372111" y="3306906"/>
                </a:lnTo>
                <a:lnTo>
                  <a:pt x="0" y="3306906"/>
                </a:lnTo>
                <a:lnTo>
                  <a:pt x="0" y="0"/>
                </a:lnTo>
                <a:close/>
              </a:path>
            </a:pathLst>
          </a:custGeom>
          <a:blipFill>
            <a:blip r:embed="rId2">
              <a:alphaModFix amt="42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1758097" y="5678057"/>
            <a:ext cx="7135220" cy="6330886"/>
          </a:xfrm>
          <a:custGeom>
            <a:avLst/>
            <a:gdLst/>
            <a:ahLst/>
            <a:cxnLst/>
            <a:rect l="l" t="t" r="r" b="b"/>
            <a:pathLst>
              <a:path w="7135220" h="6330886">
                <a:moveTo>
                  <a:pt x="0" y="0"/>
                </a:moveTo>
                <a:lnTo>
                  <a:pt x="7135220" y="0"/>
                </a:lnTo>
                <a:lnTo>
                  <a:pt x="7135220" y="6330887"/>
                </a:lnTo>
                <a:lnTo>
                  <a:pt x="0" y="6330887"/>
                </a:lnTo>
                <a:lnTo>
                  <a:pt x="0" y="0"/>
                </a:lnTo>
                <a:close/>
              </a:path>
            </a:pathLst>
          </a:custGeom>
          <a:blipFill>
            <a:blip r:embed="rId4">
              <a:alphaModFix amt="65999"/>
              <a:extLst>
                <a:ext uri="{96DAC541-7B7A-43D3-8B79-37D633B846F1}">
                  <asvg:svgBlip xmlns:asvg="http://schemas.microsoft.com/office/drawing/2016/SVG/main" r:embed="rId5"/>
                </a:ext>
              </a:extLst>
            </a:blip>
            <a:stretch>
              <a:fillRect/>
            </a:stretch>
          </a:blipFill>
        </p:spPr>
      </p:sp>
      <p:sp>
        <p:nvSpPr>
          <p:cNvPr id="5" name="Freeform 5"/>
          <p:cNvSpPr/>
          <p:nvPr/>
        </p:nvSpPr>
        <p:spPr>
          <a:xfrm>
            <a:off x="-754483" y="-1363553"/>
            <a:ext cx="6803544" cy="6147930"/>
          </a:xfrm>
          <a:custGeom>
            <a:avLst/>
            <a:gdLst/>
            <a:ahLst/>
            <a:cxnLst/>
            <a:rect l="l" t="t" r="r" b="b"/>
            <a:pathLst>
              <a:path w="6803544" h="6147930">
                <a:moveTo>
                  <a:pt x="0" y="0"/>
                </a:moveTo>
                <a:lnTo>
                  <a:pt x="6803544" y="0"/>
                </a:lnTo>
                <a:lnTo>
                  <a:pt x="6803544" y="6147930"/>
                </a:lnTo>
                <a:lnTo>
                  <a:pt x="0" y="6147930"/>
                </a:lnTo>
                <a:lnTo>
                  <a:pt x="0" y="0"/>
                </a:lnTo>
                <a:close/>
              </a:path>
            </a:pathLst>
          </a:custGeom>
          <a:blipFill>
            <a:blip r:embed="rId6">
              <a:alphaModFix amt="58000"/>
              <a:extLst>
                <a:ext uri="{96DAC541-7B7A-43D3-8B79-37D633B846F1}">
                  <asvg:svgBlip xmlns:asvg="http://schemas.microsoft.com/office/drawing/2016/SVG/main" r:embed="rId7"/>
                </a:ext>
              </a:extLst>
            </a:blip>
            <a:stretch>
              <a:fillRect/>
            </a:stretch>
          </a:blipFill>
        </p:spPr>
      </p:sp>
      <p:grpSp>
        <p:nvGrpSpPr>
          <p:cNvPr id="6" name="Group 6"/>
          <p:cNvGrpSpPr/>
          <p:nvPr/>
        </p:nvGrpSpPr>
        <p:grpSpPr>
          <a:xfrm rot="0">
            <a:off x="842291" y="1028700"/>
            <a:ext cx="16603419" cy="8229600"/>
            <a:chOff x="0" y="0"/>
            <a:chExt cx="4372917" cy="2167467"/>
          </a:xfrm>
        </p:grpSpPr>
        <p:sp>
          <p:nvSpPr>
            <p:cNvPr id="7" name="Freeform 7"/>
            <p:cNvSpPr/>
            <p:nvPr/>
          </p:nvSpPr>
          <p:spPr>
            <a:xfrm>
              <a:off x="0" y="0"/>
              <a:ext cx="4372917" cy="2167467"/>
            </a:xfrm>
            <a:custGeom>
              <a:avLst/>
              <a:gdLst/>
              <a:ahLst/>
              <a:cxnLst/>
              <a:rect l="l" t="t" r="r" b="b"/>
              <a:pathLst>
                <a:path w="4372917" h="2167467">
                  <a:moveTo>
                    <a:pt x="0" y="0"/>
                  </a:moveTo>
                  <a:lnTo>
                    <a:pt x="4372917" y="0"/>
                  </a:lnTo>
                  <a:lnTo>
                    <a:pt x="4372917" y="2167467"/>
                  </a:lnTo>
                  <a:lnTo>
                    <a:pt x="0" y="2167467"/>
                  </a:lnTo>
                  <a:close/>
                </a:path>
              </a:pathLst>
            </a:custGeom>
            <a:solidFill>
              <a:srgbClr val="FAE2C5">
                <a:alpha val="72941"/>
              </a:srgbClr>
            </a:solidFill>
          </p:spPr>
        </p:sp>
        <p:sp>
          <p:nvSpPr>
            <p:cNvPr id="8" name="TextBox 8"/>
            <p:cNvSpPr txBox="1"/>
            <p:nvPr/>
          </p:nvSpPr>
          <p:spPr>
            <a:xfrm>
              <a:off x="0" y="-38100"/>
              <a:ext cx="4372917" cy="2205567"/>
            </a:xfrm>
            <a:prstGeom prst="rect">
              <a:avLst/>
            </a:prstGeom>
          </p:spPr>
          <p:txBody>
            <a:bodyPr lIns="50800" tIns="50800" rIns="50800" bIns="50800" rtlCol="0" anchor="ctr"/>
            <a:lstStyle/>
            <a:p>
              <a:pPr algn="just">
                <a:lnSpc>
                  <a:spcPts val="2660"/>
                </a:lnSpc>
                <a:spcBef>
                  <a:spcPct val="0"/>
                </a:spcBef>
              </a:pPr>
            </a:p>
          </p:txBody>
        </p:sp>
      </p:grpSp>
      <p:sp>
        <p:nvSpPr>
          <p:cNvPr id="9" name="Freeform 9"/>
          <p:cNvSpPr/>
          <p:nvPr/>
        </p:nvSpPr>
        <p:spPr>
          <a:xfrm rot="953624" flipH="1" flipV="1">
            <a:off x="-592410" y="8494973"/>
            <a:ext cx="2987406" cy="2259565"/>
          </a:xfrm>
          <a:custGeom>
            <a:avLst/>
            <a:gdLst/>
            <a:ahLst/>
            <a:cxnLst/>
            <a:rect l="l" t="t" r="r" b="b"/>
            <a:pathLst>
              <a:path w="2987406" h="2259565">
                <a:moveTo>
                  <a:pt x="2987405" y="2259565"/>
                </a:moveTo>
                <a:lnTo>
                  <a:pt x="0" y="2259565"/>
                </a:lnTo>
                <a:lnTo>
                  <a:pt x="0" y="0"/>
                </a:lnTo>
                <a:lnTo>
                  <a:pt x="2987405" y="0"/>
                </a:lnTo>
                <a:lnTo>
                  <a:pt x="2987405" y="225956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a:off x="433944" y="546371"/>
            <a:ext cx="5444162" cy="9194258"/>
          </a:xfrm>
          <a:custGeom>
            <a:avLst/>
            <a:gdLst/>
            <a:ahLst/>
            <a:cxnLst/>
            <a:rect l="l" t="t" r="r" b="b"/>
            <a:pathLst>
              <a:path w="5444162" h="9194258">
                <a:moveTo>
                  <a:pt x="0" y="0"/>
                </a:moveTo>
                <a:lnTo>
                  <a:pt x="5444162" y="0"/>
                </a:lnTo>
                <a:lnTo>
                  <a:pt x="5444162" y="9194258"/>
                </a:lnTo>
                <a:lnTo>
                  <a:pt x="0" y="919425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Freeform 11"/>
          <p:cNvSpPr/>
          <p:nvPr/>
        </p:nvSpPr>
        <p:spPr>
          <a:xfrm flipH="1">
            <a:off x="12428691" y="597103"/>
            <a:ext cx="5444162" cy="9194258"/>
          </a:xfrm>
          <a:custGeom>
            <a:avLst/>
            <a:gdLst/>
            <a:ahLst/>
            <a:cxnLst/>
            <a:rect l="l" t="t" r="r" b="b"/>
            <a:pathLst>
              <a:path w="5444162" h="9194258">
                <a:moveTo>
                  <a:pt x="5444162" y="0"/>
                </a:moveTo>
                <a:lnTo>
                  <a:pt x="0" y="0"/>
                </a:lnTo>
                <a:lnTo>
                  <a:pt x="0" y="9194258"/>
                </a:lnTo>
                <a:lnTo>
                  <a:pt x="5444162" y="9194258"/>
                </a:lnTo>
                <a:lnTo>
                  <a:pt x="5444162"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Freeform 12"/>
          <p:cNvSpPr/>
          <p:nvPr/>
        </p:nvSpPr>
        <p:spPr>
          <a:xfrm>
            <a:off x="3783795" y="2454809"/>
            <a:ext cx="10720410" cy="6826093"/>
          </a:xfrm>
          <a:custGeom>
            <a:avLst/>
            <a:gdLst/>
            <a:ahLst/>
            <a:cxnLst/>
            <a:rect l="l" t="t" r="r" b="b"/>
            <a:pathLst>
              <a:path w="10720410" h="6826093">
                <a:moveTo>
                  <a:pt x="0" y="0"/>
                </a:moveTo>
                <a:lnTo>
                  <a:pt x="10720410" y="0"/>
                </a:lnTo>
                <a:lnTo>
                  <a:pt x="10720410" y="6826093"/>
                </a:lnTo>
                <a:lnTo>
                  <a:pt x="0" y="6826093"/>
                </a:lnTo>
                <a:lnTo>
                  <a:pt x="0" y="0"/>
                </a:lnTo>
                <a:close/>
              </a:path>
            </a:pathLst>
          </a:custGeom>
          <a:blipFill>
            <a:blip r:embed="rId10"/>
            <a:stretch>
              <a:fillRect t="-2778" r="-2223" b="-2778"/>
            </a:stretch>
          </a:blipFill>
        </p:spPr>
      </p:sp>
      <p:sp>
        <p:nvSpPr>
          <p:cNvPr id="13" name="TextBox 13"/>
          <p:cNvSpPr txBox="1"/>
          <p:nvPr/>
        </p:nvSpPr>
        <p:spPr>
          <a:xfrm>
            <a:off x="4312995" y="1601326"/>
            <a:ext cx="8115696" cy="853483"/>
          </a:xfrm>
          <a:prstGeom prst="rect">
            <a:avLst/>
          </a:prstGeom>
        </p:spPr>
        <p:txBody>
          <a:bodyPr lIns="0" tIns="0" rIns="0" bIns="0" rtlCol="0" anchor="t">
            <a:spAutoFit/>
          </a:bodyPr>
          <a:lstStyle/>
          <a:p>
            <a:pPr algn="ctr">
              <a:lnSpc>
                <a:spcPts val="5960"/>
              </a:lnSpc>
            </a:pPr>
            <a:r>
              <a:rPr lang="en-US" sz="5140" b="1">
                <a:solidFill>
                  <a:srgbClr val="000000"/>
                </a:solidFill>
                <a:latin typeface="Mak Bold"/>
                <a:ea typeface="Mak Bold"/>
                <a:cs typeface="Mak Bold"/>
                <a:sym typeface="Mak Bold"/>
              </a:rPr>
              <a:t>Example</a:t>
            </a:r>
            <a:endParaRPr lang="en-US" sz="5140" b="1">
              <a:solidFill>
                <a:srgbClr val="000000"/>
              </a:solidFill>
              <a:latin typeface="Mak Bold"/>
              <a:ea typeface="Mak Bold"/>
              <a:cs typeface="Mak Bold"/>
              <a:sym typeface="Mak Bo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3111" b="-13111"/>
            </a:stretch>
          </a:blipFill>
        </p:spPr>
      </p:sp>
      <p:sp>
        <p:nvSpPr>
          <p:cNvPr id="3" name="Freeform 3"/>
          <p:cNvSpPr/>
          <p:nvPr/>
        </p:nvSpPr>
        <p:spPr>
          <a:xfrm>
            <a:off x="14161312" y="-702184"/>
            <a:ext cx="4372111" cy="3306906"/>
          </a:xfrm>
          <a:custGeom>
            <a:avLst/>
            <a:gdLst/>
            <a:ahLst/>
            <a:cxnLst/>
            <a:rect l="l" t="t" r="r" b="b"/>
            <a:pathLst>
              <a:path w="4372111" h="3306906">
                <a:moveTo>
                  <a:pt x="0" y="0"/>
                </a:moveTo>
                <a:lnTo>
                  <a:pt x="4372111" y="0"/>
                </a:lnTo>
                <a:lnTo>
                  <a:pt x="4372111" y="3306906"/>
                </a:lnTo>
                <a:lnTo>
                  <a:pt x="0" y="3306906"/>
                </a:lnTo>
                <a:lnTo>
                  <a:pt x="0" y="0"/>
                </a:lnTo>
                <a:close/>
              </a:path>
            </a:pathLst>
          </a:custGeom>
          <a:blipFill>
            <a:blip r:embed="rId2">
              <a:alphaModFix amt="42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1758097" y="5678057"/>
            <a:ext cx="7135220" cy="6330886"/>
          </a:xfrm>
          <a:custGeom>
            <a:avLst/>
            <a:gdLst/>
            <a:ahLst/>
            <a:cxnLst/>
            <a:rect l="l" t="t" r="r" b="b"/>
            <a:pathLst>
              <a:path w="7135220" h="6330886">
                <a:moveTo>
                  <a:pt x="0" y="0"/>
                </a:moveTo>
                <a:lnTo>
                  <a:pt x="7135220" y="0"/>
                </a:lnTo>
                <a:lnTo>
                  <a:pt x="7135220" y="6330887"/>
                </a:lnTo>
                <a:lnTo>
                  <a:pt x="0" y="6330887"/>
                </a:lnTo>
                <a:lnTo>
                  <a:pt x="0" y="0"/>
                </a:lnTo>
                <a:close/>
              </a:path>
            </a:pathLst>
          </a:custGeom>
          <a:blipFill>
            <a:blip r:embed="rId4">
              <a:alphaModFix amt="65999"/>
              <a:extLst>
                <a:ext uri="{96DAC541-7B7A-43D3-8B79-37D633B846F1}">
                  <asvg:svgBlip xmlns:asvg="http://schemas.microsoft.com/office/drawing/2016/SVG/main" r:embed="rId5"/>
                </a:ext>
              </a:extLst>
            </a:blip>
            <a:stretch>
              <a:fillRect/>
            </a:stretch>
          </a:blipFill>
        </p:spPr>
      </p:sp>
      <p:sp>
        <p:nvSpPr>
          <p:cNvPr id="5" name="Freeform 5"/>
          <p:cNvSpPr/>
          <p:nvPr/>
        </p:nvSpPr>
        <p:spPr>
          <a:xfrm>
            <a:off x="-754483" y="-1363553"/>
            <a:ext cx="6803544" cy="6147930"/>
          </a:xfrm>
          <a:custGeom>
            <a:avLst/>
            <a:gdLst/>
            <a:ahLst/>
            <a:cxnLst/>
            <a:rect l="l" t="t" r="r" b="b"/>
            <a:pathLst>
              <a:path w="6803544" h="6147930">
                <a:moveTo>
                  <a:pt x="0" y="0"/>
                </a:moveTo>
                <a:lnTo>
                  <a:pt x="6803544" y="0"/>
                </a:lnTo>
                <a:lnTo>
                  <a:pt x="6803544" y="6147930"/>
                </a:lnTo>
                <a:lnTo>
                  <a:pt x="0" y="6147930"/>
                </a:lnTo>
                <a:lnTo>
                  <a:pt x="0" y="0"/>
                </a:lnTo>
                <a:close/>
              </a:path>
            </a:pathLst>
          </a:custGeom>
          <a:blipFill>
            <a:blip r:embed="rId6">
              <a:alphaModFix amt="58000"/>
              <a:extLst>
                <a:ext uri="{96DAC541-7B7A-43D3-8B79-37D633B846F1}">
                  <asvg:svgBlip xmlns:asvg="http://schemas.microsoft.com/office/drawing/2016/SVG/main" r:embed="rId7"/>
                </a:ext>
              </a:extLst>
            </a:blip>
            <a:stretch>
              <a:fillRect/>
            </a:stretch>
          </a:blipFill>
        </p:spPr>
      </p:sp>
      <p:grpSp>
        <p:nvGrpSpPr>
          <p:cNvPr id="6" name="Group 6"/>
          <p:cNvGrpSpPr/>
          <p:nvPr/>
        </p:nvGrpSpPr>
        <p:grpSpPr>
          <a:xfrm rot="0">
            <a:off x="842291" y="1028700"/>
            <a:ext cx="16603419" cy="8229600"/>
            <a:chOff x="0" y="0"/>
            <a:chExt cx="4372917" cy="2167467"/>
          </a:xfrm>
        </p:grpSpPr>
        <p:sp>
          <p:nvSpPr>
            <p:cNvPr id="7" name="Freeform 7"/>
            <p:cNvSpPr/>
            <p:nvPr/>
          </p:nvSpPr>
          <p:spPr>
            <a:xfrm>
              <a:off x="0" y="0"/>
              <a:ext cx="4372917" cy="2167467"/>
            </a:xfrm>
            <a:custGeom>
              <a:avLst/>
              <a:gdLst/>
              <a:ahLst/>
              <a:cxnLst/>
              <a:rect l="l" t="t" r="r" b="b"/>
              <a:pathLst>
                <a:path w="4372917" h="2167467">
                  <a:moveTo>
                    <a:pt x="0" y="0"/>
                  </a:moveTo>
                  <a:lnTo>
                    <a:pt x="4372917" y="0"/>
                  </a:lnTo>
                  <a:lnTo>
                    <a:pt x="4372917" y="2167467"/>
                  </a:lnTo>
                  <a:lnTo>
                    <a:pt x="0" y="2167467"/>
                  </a:lnTo>
                  <a:close/>
                </a:path>
              </a:pathLst>
            </a:custGeom>
            <a:solidFill>
              <a:srgbClr val="FAE2C5">
                <a:alpha val="72941"/>
              </a:srgbClr>
            </a:solidFill>
          </p:spPr>
        </p:sp>
        <p:sp>
          <p:nvSpPr>
            <p:cNvPr id="8" name="TextBox 8"/>
            <p:cNvSpPr txBox="1"/>
            <p:nvPr/>
          </p:nvSpPr>
          <p:spPr>
            <a:xfrm>
              <a:off x="0" y="-38100"/>
              <a:ext cx="4372917" cy="2205567"/>
            </a:xfrm>
            <a:prstGeom prst="rect">
              <a:avLst/>
            </a:prstGeom>
          </p:spPr>
          <p:txBody>
            <a:bodyPr lIns="50800" tIns="50800" rIns="50800" bIns="50800" rtlCol="0" anchor="ctr"/>
            <a:lstStyle/>
            <a:p>
              <a:pPr algn="just">
                <a:lnSpc>
                  <a:spcPts val="2660"/>
                </a:lnSpc>
                <a:spcBef>
                  <a:spcPct val="0"/>
                </a:spcBef>
              </a:pPr>
            </a:p>
          </p:txBody>
        </p:sp>
      </p:grpSp>
      <p:sp>
        <p:nvSpPr>
          <p:cNvPr id="9" name="Freeform 9"/>
          <p:cNvSpPr/>
          <p:nvPr/>
        </p:nvSpPr>
        <p:spPr>
          <a:xfrm rot="953624" flipH="1" flipV="1">
            <a:off x="-592410" y="8494973"/>
            <a:ext cx="2987406" cy="2259565"/>
          </a:xfrm>
          <a:custGeom>
            <a:avLst/>
            <a:gdLst/>
            <a:ahLst/>
            <a:cxnLst/>
            <a:rect l="l" t="t" r="r" b="b"/>
            <a:pathLst>
              <a:path w="2987406" h="2259565">
                <a:moveTo>
                  <a:pt x="2987405" y="2259565"/>
                </a:moveTo>
                <a:lnTo>
                  <a:pt x="0" y="2259565"/>
                </a:lnTo>
                <a:lnTo>
                  <a:pt x="0" y="0"/>
                </a:lnTo>
                <a:lnTo>
                  <a:pt x="2987405" y="0"/>
                </a:lnTo>
                <a:lnTo>
                  <a:pt x="2987405" y="225956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a:off x="433944" y="546371"/>
            <a:ext cx="5444162" cy="9194258"/>
          </a:xfrm>
          <a:custGeom>
            <a:avLst/>
            <a:gdLst/>
            <a:ahLst/>
            <a:cxnLst/>
            <a:rect l="l" t="t" r="r" b="b"/>
            <a:pathLst>
              <a:path w="5444162" h="9194258">
                <a:moveTo>
                  <a:pt x="0" y="0"/>
                </a:moveTo>
                <a:lnTo>
                  <a:pt x="5444162" y="0"/>
                </a:lnTo>
                <a:lnTo>
                  <a:pt x="5444162" y="9194258"/>
                </a:lnTo>
                <a:lnTo>
                  <a:pt x="0" y="919425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Freeform 11"/>
          <p:cNvSpPr/>
          <p:nvPr/>
        </p:nvSpPr>
        <p:spPr>
          <a:xfrm flipH="1">
            <a:off x="12428691" y="597103"/>
            <a:ext cx="5444162" cy="9194258"/>
          </a:xfrm>
          <a:custGeom>
            <a:avLst/>
            <a:gdLst/>
            <a:ahLst/>
            <a:cxnLst/>
            <a:rect l="l" t="t" r="r" b="b"/>
            <a:pathLst>
              <a:path w="5444162" h="9194258">
                <a:moveTo>
                  <a:pt x="5444162" y="0"/>
                </a:moveTo>
                <a:lnTo>
                  <a:pt x="0" y="0"/>
                </a:lnTo>
                <a:lnTo>
                  <a:pt x="0" y="9194258"/>
                </a:lnTo>
                <a:lnTo>
                  <a:pt x="5444162" y="9194258"/>
                </a:lnTo>
                <a:lnTo>
                  <a:pt x="5444162"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Freeform 12"/>
          <p:cNvSpPr/>
          <p:nvPr/>
        </p:nvSpPr>
        <p:spPr>
          <a:xfrm>
            <a:off x="4247347" y="1854161"/>
            <a:ext cx="9913965" cy="6729238"/>
          </a:xfrm>
          <a:custGeom>
            <a:avLst/>
            <a:gdLst/>
            <a:ahLst/>
            <a:cxnLst/>
            <a:rect l="l" t="t" r="r" b="b"/>
            <a:pathLst>
              <a:path w="9913965" h="6729238">
                <a:moveTo>
                  <a:pt x="0" y="0"/>
                </a:moveTo>
                <a:lnTo>
                  <a:pt x="9913965" y="0"/>
                </a:lnTo>
                <a:lnTo>
                  <a:pt x="9913965" y="6729238"/>
                </a:lnTo>
                <a:lnTo>
                  <a:pt x="0" y="6729238"/>
                </a:lnTo>
                <a:lnTo>
                  <a:pt x="0" y="0"/>
                </a:lnTo>
                <a:close/>
              </a:path>
            </a:pathLst>
          </a:custGeom>
          <a:blipFill>
            <a:blip r:embed="rId10"/>
            <a:stretch>
              <a:fillRect t="-1748" b="-1748"/>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3111" b="-13111"/>
            </a:stretch>
          </a:blipFill>
        </p:spPr>
      </p:sp>
      <p:sp>
        <p:nvSpPr>
          <p:cNvPr id="3" name="Freeform 3"/>
          <p:cNvSpPr/>
          <p:nvPr/>
        </p:nvSpPr>
        <p:spPr>
          <a:xfrm>
            <a:off x="14161312" y="-702184"/>
            <a:ext cx="4372111" cy="3306906"/>
          </a:xfrm>
          <a:custGeom>
            <a:avLst/>
            <a:gdLst/>
            <a:ahLst/>
            <a:cxnLst/>
            <a:rect l="l" t="t" r="r" b="b"/>
            <a:pathLst>
              <a:path w="4372111" h="3306906">
                <a:moveTo>
                  <a:pt x="0" y="0"/>
                </a:moveTo>
                <a:lnTo>
                  <a:pt x="4372111" y="0"/>
                </a:lnTo>
                <a:lnTo>
                  <a:pt x="4372111" y="3306906"/>
                </a:lnTo>
                <a:lnTo>
                  <a:pt x="0" y="3306906"/>
                </a:lnTo>
                <a:lnTo>
                  <a:pt x="0" y="0"/>
                </a:lnTo>
                <a:close/>
              </a:path>
            </a:pathLst>
          </a:custGeom>
          <a:blipFill>
            <a:blip r:embed="rId2">
              <a:alphaModFix amt="42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1758097" y="5678057"/>
            <a:ext cx="7135220" cy="6330886"/>
          </a:xfrm>
          <a:custGeom>
            <a:avLst/>
            <a:gdLst/>
            <a:ahLst/>
            <a:cxnLst/>
            <a:rect l="l" t="t" r="r" b="b"/>
            <a:pathLst>
              <a:path w="7135220" h="6330886">
                <a:moveTo>
                  <a:pt x="0" y="0"/>
                </a:moveTo>
                <a:lnTo>
                  <a:pt x="7135220" y="0"/>
                </a:lnTo>
                <a:lnTo>
                  <a:pt x="7135220" y="6330887"/>
                </a:lnTo>
                <a:lnTo>
                  <a:pt x="0" y="6330887"/>
                </a:lnTo>
                <a:lnTo>
                  <a:pt x="0" y="0"/>
                </a:lnTo>
                <a:close/>
              </a:path>
            </a:pathLst>
          </a:custGeom>
          <a:blipFill>
            <a:blip r:embed="rId4">
              <a:alphaModFix amt="65999"/>
              <a:extLst>
                <a:ext uri="{96DAC541-7B7A-43D3-8B79-37D633B846F1}">
                  <asvg:svgBlip xmlns:asvg="http://schemas.microsoft.com/office/drawing/2016/SVG/main" r:embed="rId5"/>
                </a:ext>
              </a:extLst>
            </a:blip>
            <a:stretch>
              <a:fillRect/>
            </a:stretch>
          </a:blipFill>
        </p:spPr>
      </p:sp>
      <p:sp>
        <p:nvSpPr>
          <p:cNvPr id="5" name="Freeform 5"/>
          <p:cNvSpPr/>
          <p:nvPr/>
        </p:nvSpPr>
        <p:spPr>
          <a:xfrm>
            <a:off x="-754483" y="-1363553"/>
            <a:ext cx="6803544" cy="6147930"/>
          </a:xfrm>
          <a:custGeom>
            <a:avLst/>
            <a:gdLst/>
            <a:ahLst/>
            <a:cxnLst/>
            <a:rect l="l" t="t" r="r" b="b"/>
            <a:pathLst>
              <a:path w="6803544" h="6147930">
                <a:moveTo>
                  <a:pt x="0" y="0"/>
                </a:moveTo>
                <a:lnTo>
                  <a:pt x="6803544" y="0"/>
                </a:lnTo>
                <a:lnTo>
                  <a:pt x="6803544" y="6147930"/>
                </a:lnTo>
                <a:lnTo>
                  <a:pt x="0" y="6147930"/>
                </a:lnTo>
                <a:lnTo>
                  <a:pt x="0" y="0"/>
                </a:lnTo>
                <a:close/>
              </a:path>
            </a:pathLst>
          </a:custGeom>
          <a:blipFill>
            <a:blip r:embed="rId6">
              <a:alphaModFix amt="58000"/>
              <a:extLst>
                <a:ext uri="{96DAC541-7B7A-43D3-8B79-37D633B846F1}">
                  <asvg:svgBlip xmlns:asvg="http://schemas.microsoft.com/office/drawing/2016/SVG/main" r:embed="rId7"/>
                </a:ext>
              </a:extLst>
            </a:blip>
            <a:stretch>
              <a:fillRect/>
            </a:stretch>
          </a:blipFill>
        </p:spPr>
      </p:sp>
      <p:grpSp>
        <p:nvGrpSpPr>
          <p:cNvPr id="6" name="Group 6"/>
          <p:cNvGrpSpPr/>
          <p:nvPr/>
        </p:nvGrpSpPr>
        <p:grpSpPr>
          <a:xfrm rot="0">
            <a:off x="842291" y="1028700"/>
            <a:ext cx="16603419" cy="8229600"/>
            <a:chOff x="0" y="0"/>
            <a:chExt cx="4372917" cy="2167467"/>
          </a:xfrm>
        </p:grpSpPr>
        <p:sp>
          <p:nvSpPr>
            <p:cNvPr id="7" name="Freeform 7"/>
            <p:cNvSpPr/>
            <p:nvPr/>
          </p:nvSpPr>
          <p:spPr>
            <a:xfrm>
              <a:off x="0" y="0"/>
              <a:ext cx="4372917" cy="2167467"/>
            </a:xfrm>
            <a:custGeom>
              <a:avLst/>
              <a:gdLst/>
              <a:ahLst/>
              <a:cxnLst/>
              <a:rect l="l" t="t" r="r" b="b"/>
              <a:pathLst>
                <a:path w="4372917" h="2167467">
                  <a:moveTo>
                    <a:pt x="0" y="0"/>
                  </a:moveTo>
                  <a:lnTo>
                    <a:pt x="4372917" y="0"/>
                  </a:lnTo>
                  <a:lnTo>
                    <a:pt x="4372917" y="2167467"/>
                  </a:lnTo>
                  <a:lnTo>
                    <a:pt x="0" y="2167467"/>
                  </a:lnTo>
                  <a:close/>
                </a:path>
              </a:pathLst>
            </a:custGeom>
            <a:solidFill>
              <a:srgbClr val="FAE2C5">
                <a:alpha val="72941"/>
              </a:srgbClr>
            </a:solidFill>
          </p:spPr>
        </p:sp>
        <p:sp>
          <p:nvSpPr>
            <p:cNvPr id="8" name="TextBox 8"/>
            <p:cNvSpPr txBox="1"/>
            <p:nvPr/>
          </p:nvSpPr>
          <p:spPr>
            <a:xfrm>
              <a:off x="0" y="-38100"/>
              <a:ext cx="4372917" cy="2205567"/>
            </a:xfrm>
            <a:prstGeom prst="rect">
              <a:avLst/>
            </a:prstGeom>
          </p:spPr>
          <p:txBody>
            <a:bodyPr lIns="50800" tIns="50800" rIns="50800" bIns="50800" rtlCol="0" anchor="ctr"/>
            <a:lstStyle/>
            <a:p>
              <a:pPr algn="just">
                <a:lnSpc>
                  <a:spcPts val="2660"/>
                </a:lnSpc>
                <a:spcBef>
                  <a:spcPct val="0"/>
                </a:spcBef>
              </a:pPr>
            </a:p>
          </p:txBody>
        </p:sp>
      </p:grpSp>
      <p:sp>
        <p:nvSpPr>
          <p:cNvPr id="9" name="Freeform 9"/>
          <p:cNvSpPr/>
          <p:nvPr/>
        </p:nvSpPr>
        <p:spPr>
          <a:xfrm rot="953624" flipH="1" flipV="1">
            <a:off x="-592410" y="8494973"/>
            <a:ext cx="2987406" cy="2259565"/>
          </a:xfrm>
          <a:custGeom>
            <a:avLst/>
            <a:gdLst/>
            <a:ahLst/>
            <a:cxnLst/>
            <a:rect l="l" t="t" r="r" b="b"/>
            <a:pathLst>
              <a:path w="2987406" h="2259565">
                <a:moveTo>
                  <a:pt x="2987405" y="2259565"/>
                </a:moveTo>
                <a:lnTo>
                  <a:pt x="0" y="2259565"/>
                </a:lnTo>
                <a:lnTo>
                  <a:pt x="0" y="0"/>
                </a:lnTo>
                <a:lnTo>
                  <a:pt x="2987405" y="0"/>
                </a:lnTo>
                <a:lnTo>
                  <a:pt x="2987405" y="225956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a:off x="433944" y="546371"/>
            <a:ext cx="5444162" cy="9194258"/>
          </a:xfrm>
          <a:custGeom>
            <a:avLst/>
            <a:gdLst/>
            <a:ahLst/>
            <a:cxnLst/>
            <a:rect l="l" t="t" r="r" b="b"/>
            <a:pathLst>
              <a:path w="5444162" h="9194258">
                <a:moveTo>
                  <a:pt x="0" y="0"/>
                </a:moveTo>
                <a:lnTo>
                  <a:pt x="5444162" y="0"/>
                </a:lnTo>
                <a:lnTo>
                  <a:pt x="5444162" y="9194258"/>
                </a:lnTo>
                <a:lnTo>
                  <a:pt x="0" y="919425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Freeform 11"/>
          <p:cNvSpPr/>
          <p:nvPr/>
        </p:nvSpPr>
        <p:spPr>
          <a:xfrm flipH="1">
            <a:off x="12428691" y="597103"/>
            <a:ext cx="5444162" cy="9194258"/>
          </a:xfrm>
          <a:custGeom>
            <a:avLst/>
            <a:gdLst/>
            <a:ahLst/>
            <a:cxnLst/>
            <a:rect l="l" t="t" r="r" b="b"/>
            <a:pathLst>
              <a:path w="5444162" h="9194258">
                <a:moveTo>
                  <a:pt x="5444162" y="0"/>
                </a:moveTo>
                <a:lnTo>
                  <a:pt x="0" y="0"/>
                </a:lnTo>
                <a:lnTo>
                  <a:pt x="0" y="9194258"/>
                </a:lnTo>
                <a:lnTo>
                  <a:pt x="5444162" y="9194258"/>
                </a:lnTo>
                <a:lnTo>
                  <a:pt x="5444162"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TextBox 12"/>
          <p:cNvSpPr txBox="1"/>
          <p:nvPr/>
        </p:nvSpPr>
        <p:spPr>
          <a:xfrm>
            <a:off x="4779696" y="1393453"/>
            <a:ext cx="9381616" cy="1025946"/>
          </a:xfrm>
          <a:prstGeom prst="rect">
            <a:avLst/>
          </a:prstGeom>
        </p:spPr>
        <p:txBody>
          <a:bodyPr lIns="0" tIns="0" rIns="0" bIns="0" rtlCol="0" anchor="t">
            <a:spAutoFit/>
          </a:bodyPr>
          <a:lstStyle/>
          <a:p>
            <a:pPr algn="ctr">
              <a:lnSpc>
                <a:spcPts val="7105"/>
              </a:lnSpc>
            </a:pPr>
            <a:r>
              <a:rPr lang="en-US" sz="6125" b="1">
                <a:solidFill>
                  <a:srgbClr val="000000"/>
                </a:solidFill>
                <a:latin typeface="Mak Bold"/>
                <a:ea typeface="Mak Bold"/>
                <a:cs typeface="Mak Bold"/>
                <a:sym typeface="Mak Bold"/>
              </a:rPr>
              <a:t>Shift in Budget Line</a:t>
            </a:r>
            <a:endParaRPr lang="en-US" sz="6125" b="1">
              <a:solidFill>
                <a:srgbClr val="000000"/>
              </a:solidFill>
              <a:latin typeface="Mak Bold"/>
              <a:ea typeface="Mak Bold"/>
              <a:cs typeface="Mak Bold"/>
              <a:sym typeface="Mak Bold"/>
            </a:endParaRPr>
          </a:p>
        </p:txBody>
      </p:sp>
      <p:sp>
        <p:nvSpPr>
          <p:cNvPr id="13" name="TextBox 13"/>
          <p:cNvSpPr txBox="1"/>
          <p:nvPr/>
        </p:nvSpPr>
        <p:spPr>
          <a:xfrm>
            <a:off x="2433975" y="2382886"/>
            <a:ext cx="13636523" cy="6143625"/>
          </a:xfrm>
          <a:prstGeom prst="rect">
            <a:avLst/>
          </a:prstGeom>
        </p:spPr>
        <p:txBody>
          <a:bodyPr lIns="0" tIns="0" rIns="0" bIns="0" rtlCol="0" anchor="t">
            <a:spAutoFit/>
          </a:bodyPr>
          <a:lstStyle/>
          <a:p>
            <a:pPr marL="1231900" lvl="1" indent="-615950" algn="just">
              <a:lnSpc>
                <a:spcPts val="7985"/>
              </a:lnSpc>
              <a:buFont typeface="Arial" panose="020B0604020202020204"/>
              <a:buChar char="•"/>
            </a:pPr>
            <a:r>
              <a:rPr lang="en-US" sz="5705">
                <a:solidFill>
                  <a:srgbClr val="000000"/>
                </a:solidFill>
                <a:latin typeface="Glass Antiqua" panose="02000506000000020004"/>
                <a:ea typeface="Glass Antiqua" panose="02000506000000020004"/>
                <a:cs typeface="Glass Antiqua" panose="02000506000000020004"/>
                <a:sym typeface="Glass Antiqua" panose="02000506000000020004"/>
              </a:rPr>
              <a:t>Shift in budget line is the process of change in position of budget line on the both axes.</a:t>
            </a:r>
            <a:endParaRPr lang="en-US" sz="5705">
              <a:solidFill>
                <a:srgbClr val="000000"/>
              </a:solidFill>
              <a:latin typeface="Glass Antiqua" panose="02000506000000020004"/>
              <a:ea typeface="Glass Antiqua" panose="02000506000000020004"/>
              <a:cs typeface="Glass Antiqua" panose="02000506000000020004"/>
              <a:sym typeface="Glass Antiqua" panose="02000506000000020004"/>
            </a:endParaRPr>
          </a:p>
          <a:p>
            <a:pPr marL="1231900" lvl="1" indent="-615950" algn="just">
              <a:lnSpc>
                <a:spcPts val="7985"/>
              </a:lnSpc>
              <a:buFont typeface="Arial" panose="020B0604020202020204"/>
              <a:buChar char="•"/>
            </a:pPr>
            <a:r>
              <a:rPr lang="en-US" sz="5705">
                <a:solidFill>
                  <a:srgbClr val="000000"/>
                </a:solidFill>
                <a:latin typeface="Glass Antiqua" panose="02000506000000020004"/>
                <a:ea typeface="Glass Antiqua" panose="02000506000000020004"/>
                <a:cs typeface="Glass Antiqua" panose="02000506000000020004"/>
                <a:sym typeface="Glass Antiqua" panose="02000506000000020004"/>
              </a:rPr>
              <a:t>Other things remaining the same, when income of the consume changes budget line shift, if income increases it shift right and vice-versa</a:t>
            </a:r>
            <a:endParaRPr lang="en-US" sz="5705">
              <a:solidFill>
                <a:srgbClr val="000000"/>
              </a:solidFill>
              <a:latin typeface="Glass Antiqua" panose="02000506000000020004"/>
              <a:ea typeface="Glass Antiqua" panose="02000506000000020004"/>
              <a:cs typeface="Glass Antiqua" panose="02000506000000020004"/>
              <a:sym typeface="Glass Antiqua" panose="020005060000000200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3111" b="-13111"/>
            </a:stretch>
          </a:blipFill>
        </p:spPr>
      </p:sp>
      <p:sp>
        <p:nvSpPr>
          <p:cNvPr id="3" name="Freeform 3"/>
          <p:cNvSpPr/>
          <p:nvPr/>
        </p:nvSpPr>
        <p:spPr>
          <a:xfrm>
            <a:off x="14161312" y="-702184"/>
            <a:ext cx="4372111" cy="3306906"/>
          </a:xfrm>
          <a:custGeom>
            <a:avLst/>
            <a:gdLst/>
            <a:ahLst/>
            <a:cxnLst/>
            <a:rect l="l" t="t" r="r" b="b"/>
            <a:pathLst>
              <a:path w="4372111" h="3306906">
                <a:moveTo>
                  <a:pt x="0" y="0"/>
                </a:moveTo>
                <a:lnTo>
                  <a:pt x="4372111" y="0"/>
                </a:lnTo>
                <a:lnTo>
                  <a:pt x="4372111" y="3306906"/>
                </a:lnTo>
                <a:lnTo>
                  <a:pt x="0" y="3306906"/>
                </a:lnTo>
                <a:lnTo>
                  <a:pt x="0" y="0"/>
                </a:lnTo>
                <a:close/>
              </a:path>
            </a:pathLst>
          </a:custGeom>
          <a:blipFill>
            <a:blip r:embed="rId2">
              <a:alphaModFix amt="42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1758097" y="5678057"/>
            <a:ext cx="7135220" cy="6330886"/>
          </a:xfrm>
          <a:custGeom>
            <a:avLst/>
            <a:gdLst/>
            <a:ahLst/>
            <a:cxnLst/>
            <a:rect l="l" t="t" r="r" b="b"/>
            <a:pathLst>
              <a:path w="7135220" h="6330886">
                <a:moveTo>
                  <a:pt x="0" y="0"/>
                </a:moveTo>
                <a:lnTo>
                  <a:pt x="7135220" y="0"/>
                </a:lnTo>
                <a:lnTo>
                  <a:pt x="7135220" y="6330887"/>
                </a:lnTo>
                <a:lnTo>
                  <a:pt x="0" y="6330887"/>
                </a:lnTo>
                <a:lnTo>
                  <a:pt x="0" y="0"/>
                </a:lnTo>
                <a:close/>
              </a:path>
            </a:pathLst>
          </a:custGeom>
          <a:blipFill>
            <a:blip r:embed="rId4">
              <a:alphaModFix amt="65999"/>
              <a:extLst>
                <a:ext uri="{96DAC541-7B7A-43D3-8B79-37D633B846F1}">
                  <asvg:svgBlip xmlns:asvg="http://schemas.microsoft.com/office/drawing/2016/SVG/main" r:embed="rId5"/>
                </a:ext>
              </a:extLst>
            </a:blip>
            <a:stretch>
              <a:fillRect/>
            </a:stretch>
          </a:blipFill>
        </p:spPr>
      </p:sp>
      <p:sp>
        <p:nvSpPr>
          <p:cNvPr id="5" name="Freeform 5"/>
          <p:cNvSpPr/>
          <p:nvPr/>
        </p:nvSpPr>
        <p:spPr>
          <a:xfrm>
            <a:off x="-754483" y="-1363553"/>
            <a:ext cx="6803544" cy="6147930"/>
          </a:xfrm>
          <a:custGeom>
            <a:avLst/>
            <a:gdLst/>
            <a:ahLst/>
            <a:cxnLst/>
            <a:rect l="l" t="t" r="r" b="b"/>
            <a:pathLst>
              <a:path w="6803544" h="6147930">
                <a:moveTo>
                  <a:pt x="0" y="0"/>
                </a:moveTo>
                <a:lnTo>
                  <a:pt x="6803544" y="0"/>
                </a:lnTo>
                <a:lnTo>
                  <a:pt x="6803544" y="6147930"/>
                </a:lnTo>
                <a:lnTo>
                  <a:pt x="0" y="6147930"/>
                </a:lnTo>
                <a:lnTo>
                  <a:pt x="0" y="0"/>
                </a:lnTo>
                <a:close/>
              </a:path>
            </a:pathLst>
          </a:custGeom>
          <a:blipFill>
            <a:blip r:embed="rId6">
              <a:alphaModFix amt="58000"/>
              <a:extLst>
                <a:ext uri="{96DAC541-7B7A-43D3-8B79-37D633B846F1}">
                  <asvg:svgBlip xmlns:asvg="http://schemas.microsoft.com/office/drawing/2016/SVG/main" r:embed="rId7"/>
                </a:ext>
              </a:extLst>
            </a:blip>
            <a:stretch>
              <a:fillRect/>
            </a:stretch>
          </a:blipFill>
        </p:spPr>
      </p:sp>
      <p:grpSp>
        <p:nvGrpSpPr>
          <p:cNvPr id="6" name="Group 6"/>
          <p:cNvGrpSpPr/>
          <p:nvPr/>
        </p:nvGrpSpPr>
        <p:grpSpPr>
          <a:xfrm rot="0">
            <a:off x="842291" y="1028700"/>
            <a:ext cx="16603419" cy="8229600"/>
            <a:chOff x="0" y="0"/>
            <a:chExt cx="4372917" cy="2167467"/>
          </a:xfrm>
        </p:grpSpPr>
        <p:sp>
          <p:nvSpPr>
            <p:cNvPr id="7" name="Freeform 7"/>
            <p:cNvSpPr/>
            <p:nvPr/>
          </p:nvSpPr>
          <p:spPr>
            <a:xfrm>
              <a:off x="0" y="0"/>
              <a:ext cx="4372917" cy="2167467"/>
            </a:xfrm>
            <a:custGeom>
              <a:avLst/>
              <a:gdLst/>
              <a:ahLst/>
              <a:cxnLst/>
              <a:rect l="l" t="t" r="r" b="b"/>
              <a:pathLst>
                <a:path w="4372917" h="2167467">
                  <a:moveTo>
                    <a:pt x="0" y="0"/>
                  </a:moveTo>
                  <a:lnTo>
                    <a:pt x="4372917" y="0"/>
                  </a:lnTo>
                  <a:lnTo>
                    <a:pt x="4372917" y="2167467"/>
                  </a:lnTo>
                  <a:lnTo>
                    <a:pt x="0" y="2167467"/>
                  </a:lnTo>
                  <a:close/>
                </a:path>
              </a:pathLst>
            </a:custGeom>
            <a:solidFill>
              <a:srgbClr val="FAE2C5">
                <a:alpha val="72941"/>
              </a:srgbClr>
            </a:solidFill>
          </p:spPr>
        </p:sp>
        <p:sp>
          <p:nvSpPr>
            <p:cNvPr id="8" name="TextBox 8"/>
            <p:cNvSpPr txBox="1"/>
            <p:nvPr/>
          </p:nvSpPr>
          <p:spPr>
            <a:xfrm>
              <a:off x="0" y="-38100"/>
              <a:ext cx="4372917" cy="2205567"/>
            </a:xfrm>
            <a:prstGeom prst="rect">
              <a:avLst/>
            </a:prstGeom>
          </p:spPr>
          <p:txBody>
            <a:bodyPr lIns="50800" tIns="50800" rIns="50800" bIns="50800" rtlCol="0" anchor="ctr"/>
            <a:lstStyle/>
            <a:p>
              <a:pPr algn="just">
                <a:lnSpc>
                  <a:spcPts val="2660"/>
                </a:lnSpc>
                <a:spcBef>
                  <a:spcPct val="0"/>
                </a:spcBef>
              </a:pPr>
            </a:p>
          </p:txBody>
        </p:sp>
      </p:grpSp>
      <p:sp>
        <p:nvSpPr>
          <p:cNvPr id="9" name="Freeform 9"/>
          <p:cNvSpPr/>
          <p:nvPr/>
        </p:nvSpPr>
        <p:spPr>
          <a:xfrm rot="953624" flipH="1" flipV="1">
            <a:off x="-592410" y="8494973"/>
            <a:ext cx="2987406" cy="2259565"/>
          </a:xfrm>
          <a:custGeom>
            <a:avLst/>
            <a:gdLst/>
            <a:ahLst/>
            <a:cxnLst/>
            <a:rect l="l" t="t" r="r" b="b"/>
            <a:pathLst>
              <a:path w="2987406" h="2259565">
                <a:moveTo>
                  <a:pt x="2987405" y="2259565"/>
                </a:moveTo>
                <a:lnTo>
                  <a:pt x="0" y="2259565"/>
                </a:lnTo>
                <a:lnTo>
                  <a:pt x="0" y="0"/>
                </a:lnTo>
                <a:lnTo>
                  <a:pt x="2987405" y="0"/>
                </a:lnTo>
                <a:lnTo>
                  <a:pt x="2987405" y="225956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a:off x="433944" y="546371"/>
            <a:ext cx="5444162" cy="9194258"/>
          </a:xfrm>
          <a:custGeom>
            <a:avLst/>
            <a:gdLst/>
            <a:ahLst/>
            <a:cxnLst/>
            <a:rect l="l" t="t" r="r" b="b"/>
            <a:pathLst>
              <a:path w="5444162" h="9194258">
                <a:moveTo>
                  <a:pt x="0" y="0"/>
                </a:moveTo>
                <a:lnTo>
                  <a:pt x="5444162" y="0"/>
                </a:lnTo>
                <a:lnTo>
                  <a:pt x="5444162" y="9194258"/>
                </a:lnTo>
                <a:lnTo>
                  <a:pt x="0" y="919425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Freeform 11"/>
          <p:cNvSpPr/>
          <p:nvPr/>
        </p:nvSpPr>
        <p:spPr>
          <a:xfrm flipH="1">
            <a:off x="12428691" y="597103"/>
            <a:ext cx="5444162" cy="9194258"/>
          </a:xfrm>
          <a:custGeom>
            <a:avLst/>
            <a:gdLst/>
            <a:ahLst/>
            <a:cxnLst/>
            <a:rect l="l" t="t" r="r" b="b"/>
            <a:pathLst>
              <a:path w="5444162" h="9194258">
                <a:moveTo>
                  <a:pt x="5444162" y="0"/>
                </a:moveTo>
                <a:lnTo>
                  <a:pt x="0" y="0"/>
                </a:lnTo>
                <a:lnTo>
                  <a:pt x="0" y="9194258"/>
                </a:lnTo>
                <a:lnTo>
                  <a:pt x="5444162" y="9194258"/>
                </a:lnTo>
                <a:lnTo>
                  <a:pt x="5444162"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Freeform 12"/>
          <p:cNvSpPr/>
          <p:nvPr/>
        </p:nvSpPr>
        <p:spPr>
          <a:xfrm>
            <a:off x="4322351" y="1079432"/>
            <a:ext cx="10828421" cy="8229600"/>
          </a:xfrm>
          <a:custGeom>
            <a:avLst/>
            <a:gdLst/>
            <a:ahLst/>
            <a:cxnLst/>
            <a:rect l="l" t="t" r="r" b="b"/>
            <a:pathLst>
              <a:path w="10828421" h="8229600">
                <a:moveTo>
                  <a:pt x="0" y="0"/>
                </a:moveTo>
                <a:lnTo>
                  <a:pt x="10828421" y="0"/>
                </a:lnTo>
                <a:lnTo>
                  <a:pt x="10828421" y="8229600"/>
                </a:lnTo>
                <a:lnTo>
                  <a:pt x="0" y="8229600"/>
                </a:lnTo>
                <a:lnTo>
                  <a:pt x="0" y="0"/>
                </a:lnTo>
                <a:close/>
              </a:path>
            </a:pathLst>
          </a:custGeom>
          <a:blipFill>
            <a:blip r:embed="rId10"/>
            <a:stretch>
              <a:fillRect/>
            </a:stretch>
          </a:blipFill>
        </p:spPr>
      </p:sp>
      <p:sp>
        <p:nvSpPr>
          <p:cNvPr id="13" name="TextBox 13"/>
          <p:cNvSpPr txBox="1"/>
          <p:nvPr/>
        </p:nvSpPr>
        <p:spPr>
          <a:xfrm>
            <a:off x="901293" y="3930894"/>
            <a:ext cx="3348368" cy="853483"/>
          </a:xfrm>
          <a:prstGeom prst="rect">
            <a:avLst/>
          </a:prstGeom>
        </p:spPr>
        <p:txBody>
          <a:bodyPr lIns="0" tIns="0" rIns="0" bIns="0" rtlCol="0" anchor="t">
            <a:spAutoFit/>
          </a:bodyPr>
          <a:lstStyle/>
          <a:p>
            <a:pPr algn="ctr">
              <a:lnSpc>
                <a:spcPts val="5960"/>
              </a:lnSpc>
            </a:pPr>
            <a:r>
              <a:rPr lang="en-US" sz="5140" b="1">
                <a:solidFill>
                  <a:srgbClr val="000000"/>
                </a:solidFill>
                <a:latin typeface="Mak Bold"/>
                <a:ea typeface="Mak Bold"/>
                <a:cs typeface="Mak Bold"/>
                <a:sym typeface="Mak Bold"/>
              </a:rPr>
              <a:t>Example</a:t>
            </a:r>
            <a:endParaRPr lang="en-US" sz="5140" b="1">
              <a:solidFill>
                <a:srgbClr val="000000"/>
              </a:solidFill>
              <a:latin typeface="Mak Bold"/>
              <a:ea typeface="Mak Bold"/>
              <a:cs typeface="Mak Bold"/>
              <a:sym typeface="Mak Bo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3111" b="-13111"/>
            </a:stretch>
          </a:blipFill>
        </p:spPr>
      </p:sp>
      <p:sp>
        <p:nvSpPr>
          <p:cNvPr id="3" name="Freeform 3"/>
          <p:cNvSpPr/>
          <p:nvPr/>
        </p:nvSpPr>
        <p:spPr>
          <a:xfrm>
            <a:off x="14161312" y="-702184"/>
            <a:ext cx="4372111" cy="3306906"/>
          </a:xfrm>
          <a:custGeom>
            <a:avLst/>
            <a:gdLst/>
            <a:ahLst/>
            <a:cxnLst/>
            <a:rect l="l" t="t" r="r" b="b"/>
            <a:pathLst>
              <a:path w="4372111" h="3306906">
                <a:moveTo>
                  <a:pt x="0" y="0"/>
                </a:moveTo>
                <a:lnTo>
                  <a:pt x="4372111" y="0"/>
                </a:lnTo>
                <a:lnTo>
                  <a:pt x="4372111" y="3306906"/>
                </a:lnTo>
                <a:lnTo>
                  <a:pt x="0" y="3306906"/>
                </a:lnTo>
                <a:lnTo>
                  <a:pt x="0" y="0"/>
                </a:lnTo>
                <a:close/>
              </a:path>
            </a:pathLst>
          </a:custGeom>
          <a:blipFill>
            <a:blip r:embed="rId2">
              <a:alphaModFix amt="42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1758097" y="5678057"/>
            <a:ext cx="7135220" cy="6330886"/>
          </a:xfrm>
          <a:custGeom>
            <a:avLst/>
            <a:gdLst/>
            <a:ahLst/>
            <a:cxnLst/>
            <a:rect l="l" t="t" r="r" b="b"/>
            <a:pathLst>
              <a:path w="7135220" h="6330886">
                <a:moveTo>
                  <a:pt x="0" y="0"/>
                </a:moveTo>
                <a:lnTo>
                  <a:pt x="7135220" y="0"/>
                </a:lnTo>
                <a:lnTo>
                  <a:pt x="7135220" y="6330887"/>
                </a:lnTo>
                <a:lnTo>
                  <a:pt x="0" y="6330887"/>
                </a:lnTo>
                <a:lnTo>
                  <a:pt x="0" y="0"/>
                </a:lnTo>
                <a:close/>
              </a:path>
            </a:pathLst>
          </a:custGeom>
          <a:blipFill>
            <a:blip r:embed="rId4">
              <a:alphaModFix amt="65999"/>
              <a:extLst>
                <a:ext uri="{96DAC541-7B7A-43D3-8B79-37D633B846F1}">
                  <asvg:svgBlip xmlns:asvg="http://schemas.microsoft.com/office/drawing/2016/SVG/main" r:embed="rId5"/>
                </a:ext>
              </a:extLst>
            </a:blip>
            <a:stretch>
              <a:fillRect/>
            </a:stretch>
          </a:blipFill>
        </p:spPr>
      </p:sp>
      <p:sp>
        <p:nvSpPr>
          <p:cNvPr id="5" name="Freeform 5"/>
          <p:cNvSpPr/>
          <p:nvPr/>
        </p:nvSpPr>
        <p:spPr>
          <a:xfrm>
            <a:off x="-754483" y="-1363553"/>
            <a:ext cx="6803544" cy="6147930"/>
          </a:xfrm>
          <a:custGeom>
            <a:avLst/>
            <a:gdLst/>
            <a:ahLst/>
            <a:cxnLst/>
            <a:rect l="l" t="t" r="r" b="b"/>
            <a:pathLst>
              <a:path w="6803544" h="6147930">
                <a:moveTo>
                  <a:pt x="0" y="0"/>
                </a:moveTo>
                <a:lnTo>
                  <a:pt x="6803544" y="0"/>
                </a:lnTo>
                <a:lnTo>
                  <a:pt x="6803544" y="6147930"/>
                </a:lnTo>
                <a:lnTo>
                  <a:pt x="0" y="6147930"/>
                </a:lnTo>
                <a:lnTo>
                  <a:pt x="0" y="0"/>
                </a:lnTo>
                <a:close/>
              </a:path>
            </a:pathLst>
          </a:custGeom>
          <a:blipFill>
            <a:blip r:embed="rId6">
              <a:alphaModFix amt="58000"/>
              <a:extLst>
                <a:ext uri="{96DAC541-7B7A-43D3-8B79-37D633B846F1}">
                  <asvg:svgBlip xmlns:asvg="http://schemas.microsoft.com/office/drawing/2016/SVG/main" r:embed="rId7"/>
                </a:ext>
              </a:extLst>
            </a:blip>
            <a:stretch>
              <a:fillRect/>
            </a:stretch>
          </a:blipFill>
        </p:spPr>
      </p:sp>
      <p:grpSp>
        <p:nvGrpSpPr>
          <p:cNvPr id="6" name="Group 6"/>
          <p:cNvGrpSpPr/>
          <p:nvPr/>
        </p:nvGrpSpPr>
        <p:grpSpPr>
          <a:xfrm rot="0">
            <a:off x="842291" y="1028700"/>
            <a:ext cx="16603419" cy="8229600"/>
            <a:chOff x="0" y="0"/>
            <a:chExt cx="4372917" cy="2167467"/>
          </a:xfrm>
        </p:grpSpPr>
        <p:sp>
          <p:nvSpPr>
            <p:cNvPr id="7" name="Freeform 7"/>
            <p:cNvSpPr/>
            <p:nvPr/>
          </p:nvSpPr>
          <p:spPr>
            <a:xfrm>
              <a:off x="0" y="0"/>
              <a:ext cx="4372917" cy="2167467"/>
            </a:xfrm>
            <a:custGeom>
              <a:avLst/>
              <a:gdLst/>
              <a:ahLst/>
              <a:cxnLst/>
              <a:rect l="l" t="t" r="r" b="b"/>
              <a:pathLst>
                <a:path w="4372917" h="2167467">
                  <a:moveTo>
                    <a:pt x="0" y="0"/>
                  </a:moveTo>
                  <a:lnTo>
                    <a:pt x="4372917" y="0"/>
                  </a:lnTo>
                  <a:lnTo>
                    <a:pt x="4372917" y="2167467"/>
                  </a:lnTo>
                  <a:lnTo>
                    <a:pt x="0" y="2167467"/>
                  </a:lnTo>
                  <a:close/>
                </a:path>
              </a:pathLst>
            </a:custGeom>
            <a:solidFill>
              <a:srgbClr val="FAE2C5">
                <a:alpha val="72941"/>
              </a:srgbClr>
            </a:solidFill>
          </p:spPr>
        </p:sp>
        <p:sp>
          <p:nvSpPr>
            <p:cNvPr id="8" name="TextBox 8"/>
            <p:cNvSpPr txBox="1"/>
            <p:nvPr/>
          </p:nvSpPr>
          <p:spPr>
            <a:xfrm>
              <a:off x="0" y="-38100"/>
              <a:ext cx="4372917" cy="2205567"/>
            </a:xfrm>
            <a:prstGeom prst="rect">
              <a:avLst/>
            </a:prstGeom>
          </p:spPr>
          <p:txBody>
            <a:bodyPr lIns="50800" tIns="50800" rIns="50800" bIns="50800" rtlCol="0" anchor="ctr"/>
            <a:lstStyle/>
            <a:p>
              <a:pPr algn="just">
                <a:lnSpc>
                  <a:spcPts val="2660"/>
                </a:lnSpc>
                <a:spcBef>
                  <a:spcPct val="0"/>
                </a:spcBef>
              </a:pPr>
            </a:p>
          </p:txBody>
        </p:sp>
      </p:grpSp>
      <p:sp>
        <p:nvSpPr>
          <p:cNvPr id="9" name="Freeform 9"/>
          <p:cNvSpPr/>
          <p:nvPr/>
        </p:nvSpPr>
        <p:spPr>
          <a:xfrm rot="953624" flipH="1" flipV="1">
            <a:off x="-592410" y="8494973"/>
            <a:ext cx="2987406" cy="2259565"/>
          </a:xfrm>
          <a:custGeom>
            <a:avLst/>
            <a:gdLst/>
            <a:ahLst/>
            <a:cxnLst/>
            <a:rect l="l" t="t" r="r" b="b"/>
            <a:pathLst>
              <a:path w="2987406" h="2259565">
                <a:moveTo>
                  <a:pt x="2987405" y="2259565"/>
                </a:moveTo>
                <a:lnTo>
                  <a:pt x="0" y="2259565"/>
                </a:lnTo>
                <a:lnTo>
                  <a:pt x="0" y="0"/>
                </a:lnTo>
                <a:lnTo>
                  <a:pt x="2987405" y="0"/>
                </a:lnTo>
                <a:lnTo>
                  <a:pt x="2987405" y="225956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a:off x="433944" y="546371"/>
            <a:ext cx="5444162" cy="9194258"/>
          </a:xfrm>
          <a:custGeom>
            <a:avLst/>
            <a:gdLst/>
            <a:ahLst/>
            <a:cxnLst/>
            <a:rect l="l" t="t" r="r" b="b"/>
            <a:pathLst>
              <a:path w="5444162" h="9194258">
                <a:moveTo>
                  <a:pt x="0" y="0"/>
                </a:moveTo>
                <a:lnTo>
                  <a:pt x="5444162" y="0"/>
                </a:lnTo>
                <a:lnTo>
                  <a:pt x="5444162" y="9194258"/>
                </a:lnTo>
                <a:lnTo>
                  <a:pt x="0" y="919425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Freeform 11"/>
          <p:cNvSpPr/>
          <p:nvPr/>
        </p:nvSpPr>
        <p:spPr>
          <a:xfrm flipH="1">
            <a:off x="12428691" y="597103"/>
            <a:ext cx="5444162" cy="9194258"/>
          </a:xfrm>
          <a:custGeom>
            <a:avLst/>
            <a:gdLst/>
            <a:ahLst/>
            <a:cxnLst/>
            <a:rect l="l" t="t" r="r" b="b"/>
            <a:pathLst>
              <a:path w="5444162" h="9194258">
                <a:moveTo>
                  <a:pt x="5444162" y="0"/>
                </a:moveTo>
                <a:lnTo>
                  <a:pt x="0" y="0"/>
                </a:lnTo>
                <a:lnTo>
                  <a:pt x="0" y="9194258"/>
                </a:lnTo>
                <a:lnTo>
                  <a:pt x="5444162" y="9194258"/>
                </a:lnTo>
                <a:lnTo>
                  <a:pt x="5444162"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Freeform 12"/>
          <p:cNvSpPr/>
          <p:nvPr/>
        </p:nvSpPr>
        <p:spPr>
          <a:xfrm>
            <a:off x="2420335" y="2253149"/>
            <a:ext cx="13927033" cy="5588222"/>
          </a:xfrm>
          <a:custGeom>
            <a:avLst/>
            <a:gdLst/>
            <a:ahLst/>
            <a:cxnLst/>
            <a:rect l="l" t="t" r="r" b="b"/>
            <a:pathLst>
              <a:path w="13927033" h="5588222">
                <a:moveTo>
                  <a:pt x="0" y="0"/>
                </a:moveTo>
                <a:lnTo>
                  <a:pt x="13927033" y="0"/>
                </a:lnTo>
                <a:lnTo>
                  <a:pt x="13927033" y="5588221"/>
                </a:lnTo>
                <a:lnTo>
                  <a:pt x="0" y="5588221"/>
                </a:lnTo>
                <a:lnTo>
                  <a:pt x="0" y="0"/>
                </a:lnTo>
                <a:close/>
              </a:path>
            </a:pathLst>
          </a:custGeom>
          <a:blipFill>
            <a:blip r:embed="rId10"/>
            <a:stretch>
              <a:fillRect/>
            </a:stretch>
          </a:blipFill>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3111" b="-13111"/>
            </a:stretch>
          </a:blipFill>
        </p:spPr>
      </p:sp>
      <p:sp>
        <p:nvSpPr>
          <p:cNvPr id="3" name="Freeform 3"/>
          <p:cNvSpPr/>
          <p:nvPr/>
        </p:nvSpPr>
        <p:spPr>
          <a:xfrm>
            <a:off x="14161312" y="-702184"/>
            <a:ext cx="4372111" cy="3306906"/>
          </a:xfrm>
          <a:custGeom>
            <a:avLst/>
            <a:gdLst/>
            <a:ahLst/>
            <a:cxnLst/>
            <a:rect l="l" t="t" r="r" b="b"/>
            <a:pathLst>
              <a:path w="4372111" h="3306906">
                <a:moveTo>
                  <a:pt x="0" y="0"/>
                </a:moveTo>
                <a:lnTo>
                  <a:pt x="4372111" y="0"/>
                </a:lnTo>
                <a:lnTo>
                  <a:pt x="4372111" y="3306906"/>
                </a:lnTo>
                <a:lnTo>
                  <a:pt x="0" y="3306906"/>
                </a:lnTo>
                <a:lnTo>
                  <a:pt x="0" y="0"/>
                </a:lnTo>
                <a:close/>
              </a:path>
            </a:pathLst>
          </a:custGeom>
          <a:blipFill>
            <a:blip r:embed="rId2">
              <a:alphaModFix amt="42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1758097" y="5678057"/>
            <a:ext cx="7135220" cy="6330886"/>
          </a:xfrm>
          <a:custGeom>
            <a:avLst/>
            <a:gdLst/>
            <a:ahLst/>
            <a:cxnLst/>
            <a:rect l="l" t="t" r="r" b="b"/>
            <a:pathLst>
              <a:path w="7135220" h="6330886">
                <a:moveTo>
                  <a:pt x="0" y="0"/>
                </a:moveTo>
                <a:lnTo>
                  <a:pt x="7135220" y="0"/>
                </a:lnTo>
                <a:lnTo>
                  <a:pt x="7135220" y="6330887"/>
                </a:lnTo>
                <a:lnTo>
                  <a:pt x="0" y="6330887"/>
                </a:lnTo>
                <a:lnTo>
                  <a:pt x="0" y="0"/>
                </a:lnTo>
                <a:close/>
              </a:path>
            </a:pathLst>
          </a:custGeom>
          <a:blipFill>
            <a:blip r:embed="rId4">
              <a:alphaModFix amt="65999"/>
              <a:extLst>
                <a:ext uri="{96DAC541-7B7A-43D3-8B79-37D633B846F1}">
                  <asvg:svgBlip xmlns:asvg="http://schemas.microsoft.com/office/drawing/2016/SVG/main" r:embed="rId5"/>
                </a:ext>
              </a:extLst>
            </a:blip>
            <a:stretch>
              <a:fillRect/>
            </a:stretch>
          </a:blipFill>
        </p:spPr>
      </p:sp>
      <p:sp>
        <p:nvSpPr>
          <p:cNvPr id="5" name="Freeform 5"/>
          <p:cNvSpPr/>
          <p:nvPr/>
        </p:nvSpPr>
        <p:spPr>
          <a:xfrm>
            <a:off x="-754483" y="-1363553"/>
            <a:ext cx="6803544" cy="6147930"/>
          </a:xfrm>
          <a:custGeom>
            <a:avLst/>
            <a:gdLst/>
            <a:ahLst/>
            <a:cxnLst/>
            <a:rect l="l" t="t" r="r" b="b"/>
            <a:pathLst>
              <a:path w="6803544" h="6147930">
                <a:moveTo>
                  <a:pt x="0" y="0"/>
                </a:moveTo>
                <a:lnTo>
                  <a:pt x="6803544" y="0"/>
                </a:lnTo>
                <a:lnTo>
                  <a:pt x="6803544" y="6147930"/>
                </a:lnTo>
                <a:lnTo>
                  <a:pt x="0" y="6147930"/>
                </a:lnTo>
                <a:lnTo>
                  <a:pt x="0" y="0"/>
                </a:lnTo>
                <a:close/>
              </a:path>
            </a:pathLst>
          </a:custGeom>
          <a:blipFill>
            <a:blip r:embed="rId6">
              <a:alphaModFix amt="58000"/>
              <a:extLst>
                <a:ext uri="{96DAC541-7B7A-43D3-8B79-37D633B846F1}">
                  <asvg:svgBlip xmlns:asvg="http://schemas.microsoft.com/office/drawing/2016/SVG/main" r:embed="rId7"/>
                </a:ext>
              </a:extLst>
            </a:blip>
            <a:stretch>
              <a:fillRect/>
            </a:stretch>
          </a:blipFill>
        </p:spPr>
      </p:sp>
      <p:grpSp>
        <p:nvGrpSpPr>
          <p:cNvPr id="6" name="Group 6"/>
          <p:cNvGrpSpPr/>
          <p:nvPr/>
        </p:nvGrpSpPr>
        <p:grpSpPr>
          <a:xfrm rot="0">
            <a:off x="842291" y="1028700"/>
            <a:ext cx="16603419" cy="8229600"/>
            <a:chOff x="0" y="0"/>
            <a:chExt cx="4372917" cy="2167467"/>
          </a:xfrm>
        </p:grpSpPr>
        <p:sp>
          <p:nvSpPr>
            <p:cNvPr id="7" name="Freeform 7"/>
            <p:cNvSpPr/>
            <p:nvPr/>
          </p:nvSpPr>
          <p:spPr>
            <a:xfrm>
              <a:off x="0" y="0"/>
              <a:ext cx="4372917" cy="2167467"/>
            </a:xfrm>
            <a:custGeom>
              <a:avLst/>
              <a:gdLst/>
              <a:ahLst/>
              <a:cxnLst/>
              <a:rect l="l" t="t" r="r" b="b"/>
              <a:pathLst>
                <a:path w="4372917" h="2167467">
                  <a:moveTo>
                    <a:pt x="0" y="0"/>
                  </a:moveTo>
                  <a:lnTo>
                    <a:pt x="4372917" y="0"/>
                  </a:lnTo>
                  <a:lnTo>
                    <a:pt x="4372917" y="2167467"/>
                  </a:lnTo>
                  <a:lnTo>
                    <a:pt x="0" y="2167467"/>
                  </a:lnTo>
                  <a:close/>
                </a:path>
              </a:pathLst>
            </a:custGeom>
            <a:solidFill>
              <a:srgbClr val="FAE2C5">
                <a:alpha val="72941"/>
              </a:srgbClr>
            </a:solidFill>
          </p:spPr>
        </p:sp>
        <p:sp>
          <p:nvSpPr>
            <p:cNvPr id="8" name="TextBox 8"/>
            <p:cNvSpPr txBox="1"/>
            <p:nvPr/>
          </p:nvSpPr>
          <p:spPr>
            <a:xfrm>
              <a:off x="0" y="-38100"/>
              <a:ext cx="4372917" cy="2205567"/>
            </a:xfrm>
            <a:prstGeom prst="rect">
              <a:avLst/>
            </a:prstGeom>
          </p:spPr>
          <p:txBody>
            <a:bodyPr lIns="50800" tIns="50800" rIns="50800" bIns="50800" rtlCol="0" anchor="ctr"/>
            <a:lstStyle/>
            <a:p>
              <a:pPr algn="just">
                <a:lnSpc>
                  <a:spcPts val="2660"/>
                </a:lnSpc>
                <a:spcBef>
                  <a:spcPct val="0"/>
                </a:spcBef>
              </a:pPr>
            </a:p>
          </p:txBody>
        </p:sp>
      </p:grpSp>
      <p:sp>
        <p:nvSpPr>
          <p:cNvPr id="9" name="Freeform 9"/>
          <p:cNvSpPr/>
          <p:nvPr/>
        </p:nvSpPr>
        <p:spPr>
          <a:xfrm rot="953624" flipH="1" flipV="1">
            <a:off x="-592410" y="8494973"/>
            <a:ext cx="2987406" cy="2259565"/>
          </a:xfrm>
          <a:custGeom>
            <a:avLst/>
            <a:gdLst/>
            <a:ahLst/>
            <a:cxnLst/>
            <a:rect l="l" t="t" r="r" b="b"/>
            <a:pathLst>
              <a:path w="2987406" h="2259565">
                <a:moveTo>
                  <a:pt x="2987405" y="2259565"/>
                </a:moveTo>
                <a:lnTo>
                  <a:pt x="0" y="2259565"/>
                </a:lnTo>
                <a:lnTo>
                  <a:pt x="0" y="0"/>
                </a:lnTo>
                <a:lnTo>
                  <a:pt x="2987405" y="0"/>
                </a:lnTo>
                <a:lnTo>
                  <a:pt x="2987405" y="225956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a:off x="433944" y="546371"/>
            <a:ext cx="5444162" cy="9194258"/>
          </a:xfrm>
          <a:custGeom>
            <a:avLst/>
            <a:gdLst/>
            <a:ahLst/>
            <a:cxnLst/>
            <a:rect l="l" t="t" r="r" b="b"/>
            <a:pathLst>
              <a:path w="5444162" h="9194258">
                <a:moveTo>
                  <a:pt x="0" y="0"/>
                </a:moveTo>
                <a:lnTo>
                  <a:pt x="5444162" y="0"/>
                </a:lnTo>
                <a:lnTo>
                  <a:pt x="5444162" y="9194258"/>
                </a:lnTo>
                <a:lnTo>
                  <a:pt x="0" y="919425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Freeform 11"/>
          <p:cNvSpPr/>
          <p:nvPr/>
        </p:nvSpPr>
        <p:spPr>
          <a:xfrm flipH="1">
            <a:off x="12428691" y="597103"/>
            <a:ext cx="5444162" cy="9194258"/>
          </a:xfrm>
          <a:custGeom>
            <a:avLst/>
            <a:gdLst/>
            <a:ahLst/>
            <a:cxnLst/>
            <a:rect l="l" t="t" r="r" b="b"/>
            <a:pathLst>
              <a:path w="5444162" h="9194258">
                <a:moveTo>
                  <a:pt x="5444162" y="0"/>
                </a:moveTo>
                <a:lnTo>
                  <a:pt x="0" y="0"/>
                </a:lnTo>
                <a:lnTo>
                  <a:pt x="0" y="9194258"/>
                </a:lnTo>
                <a:lnTo>
                  <a:pt x="5444162" y="9194258"/>
                </a:lnTo>
                <a:lnTo>
                  <a:pt x="5444162"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Freeform 12"/>
          <p:cNvSpPr/>
          <p:nvPr/>
        </p:nvSpPr>
        <p:spPr>
          <a:xfrm>
            <a:off x="3621611" y="1393292"/>
            <a:ext cx="11119714" cy="7450208"/>
          </a:xfrm>
          <a:custGeom>
            <a:avLst/>
            <a:gdLst/>
            <a:ahLst/>
            <a:cxnLst/>
            <a:rect l="l" t="t" r="r" b="b"/>
            <a:pathLst>
              <a:path w="11119714" h="7450208">
                <a:moveTo>
                  <a:pt x="0" y="0"/>
                </a:moveTo>
                <a:lnTo>
                  <a:pt x="11119714" y="0"/>
                </a:lnTo>
                <a:lnTo>
                  <a:pt x="11119714" y="7450209"/>
                </a:lnTo>
                <a:lnTo>
                  <a:pt x="0" y="7450209"/>
                </a:lnTo>
                <a:lnTo>
                  <a:pt x="0" y="0"/>
                </a:lnTo>
                <a:close/>
              </a:path>
            </a:pathLst>
          </a:custGeom>
          <a:blipFill>
            <a:blip r:embed="rId10"/>
            <a:stretch>
              <a:fillRect/>
            </a:stretch>
          </a:blipFill>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3111" b="-13111"/>
            </a:stretch>
          </a:blipFill>
        </p:spPr>
      </p:sp>
      <p:sp>
        <p:nvSpPr>
          <p:cNvPr id="3" name="Freeform 3"/>
          <p:cNvSpPr/>
          <p:nvPr/>
        </p:nvSpPr>
        <p:spPr>
          <a:xfrm>
            <a:off x="14161312" y="-702184"/>
            <a:ext cx="4372111" cy="3306906"/>
          </a:xfrm>
          <a:custGeom>
            <a:avLst/>
            <a:gdLst/>
            <a:ahLst/>
            <a:cxnLst/>
            <a:rect l="l" t="t" r="r" b="b"/>
            <a:pathLst>
              <a:path w="4372111" h="3306906">
                <a:moveTo>
                  <a:pt x="0" y="0"/>
                </a:moveTo>
                <a:lnTo>
                  <a:pt x="4372111" y="0"/>
                </a:lnTo>
                <a:lnTo>
                  <a:pt x="4372111" y="3306906"/>
                </a:lnTo>
                <a:lnTo>
                  <a:pt x="0" y="3306906"/>
                </a:lnTo>
                <a:lnTo>
                  <a:pt x="0" y="0"/>
                </a:lnTo>
                <a:close/>
              </a:path>
            </a:pathLst>
          </a:custGeom>
          <a:blipFill>
            <a:blip r:embed="rId2">
              <a:alphaModFix amt="42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1758097" y="5678057"/>
            <a:ext cx="7135220" cy="6330886"/>
          </a:xfrm>
          <a:custGeom>
            <a:avLst/>
            <a:gdLst/>
            <a:ahLst/>
            <a:cxnLst/>
            <a:rect l="l" t="t" r="r" b="b"/>
            <a:pathLst>
              <a:path w="7135220" h="6330886">
                <a:moveTo>
                  <a:pt x="0" y="0"/>
                </a:moveTo>
                <a:lnTo>
                  <a:pt x="7135220" y="0"/>
                </a:lnTo>
                <a:lnTo>
                  <a:pt x="7135220" y="6330887"/>
                </a:lnTo>
                <a:lnTo>
                  <a:pt x="0" y="6330887"/>
                </a:lnTo>
                <a:lnTo>
                  <a:pt x="0" y="0"/>
                </a:lnTo>
                <a:close/>
              </a:path>
            </a:pathLst>
          </a:custGeom>
          <a:blipFill>
            <a:blip r:embed="rId4">
              <a:alphaModFix amt="65999"/>
              <a:extLst>
                <a:ext uri="{96DAC541-7B7A-43D3-8B79-37D633B846F1}">
                  <asvg:svgBlip xmlns:asvg="http://schemas.microsoft.com/office/drawing/2016/SVG/main" r:embed="rId5"/>
                </a:ext>
              </a:extLst>
            </a:blip>
            <a:stretch>
              <a:fillRect/>
            </a:stretch>
          </a:blipFill>
        </p:spPr>
      </p:sp>
      <p:sp>
        <p:nvSpPr>
          <p:cNvPr id="5" name="Freeform 5"/>
          <p:cNvSpPr/>
          <p:nvPr/>
        </p:nvSpPr>
        <p:spPr>
          <a:xfrm>
            <a:off x="-754483" y="-1363553"/>
            <a:ext cx="6803544" cy="6147930"/>
          </a:xfrm>
          <a:custGeom>
            <a:avLst/>
            <a:gdLst/>
            <a:ahLst/>
            <a:cxnLst/>
            <a:rect l="l" t="t" r="r" b="b"/>
            <a:pathLst>
              <a:path w="6803544" h="6147930">
                <a:moveTo>
                  <a:pt x="0" y="0"/>
                </a:moveTo>
                <a:lnTo>
                  <a:pt x="6803544" y="0"/>
                </a:lnTo>
                <a:lnTo>
                  <a:pt x="6803544" y="6147930"/>
                </a:lnTo>
                <a:lnTo>
                  <a:pt x="0" y="6147930"/>
                </a:lnTo>
                <a:lnTo>
                  <a:pt x="0" y="0"/>
                </a:lnTo>
                <a:close/>
              </a:path>
            </a:pathLst>
          </a:custGeom>
          <a:blipFill>
            <a:blip r:embed="rId6">
              <a:alphaModFix amt="58000"/>
              <a:extLst>
                <a:ext uri="{96DAC541-7B7A-43D3-8B79-37D633B846F1}">
                  <asvg:svgBlip xmlns:asvg="http://schemas.microsoft.com/office/drawing/2016/SVG/main" r:embed="rId7"/>
                </a:ext>
              </a:extLst>
            </a:blip>
            <a:stretch>
              <a:fillRect/>
            </a:stretch>
          </a:blipFill>
        </p:spPr>
      </p:sp>
      <p:grpSp>
        <p:nvGrpSpPr>
          <p:cNvPr id="6" name="Group 6"/>
          <p:cNvGrpSpPr/>
          <p:nvPr/>
        </p:nvGrpSpPr>
        <p:grpSpPr>
          <a:xfrm rot="0">
            <a:off x="842291" y="1028700"/>
            <a:ext cx="16603419" cy="8229600"/>
            <a:chOff x="0" y="0"/>
            <a:chExt cx="4372917" cy="2167467"/>
          </a:xfrm>
        </p:grpSpPr>
        <p:sp>
          <p:nvSpPr>
            <p:cNvPr id="7" name="Freeform 7"/>
            <p:cNvSpPr/>
            <p:nvPr/>
          </p:nvSpPr>
          <p:spPr>
            <a:xfrm>
              <a:off x="0" y="0"/>
              <a:ext cx="4372917" cy="2167467"/>
            </a:xfrm>
            <a:custGeom>
              <a:avLst/>
              <a:gdLst/>
              <a:ahLst/>
              <a:cxnLst/>
              <a:rect l="l" t="t" r="r" b="b"/>
              <a:pathLst>
                <a:path w="4372917" h="2167467">
                  <a:moveTo>
                    <a:pt x="0" y="0"/>
                  </a:moveTo>
                  <a:lnTo>
                    <a:pt x="4372917" y="0"/>
                  </a:lnTo>
                  <a:lnTo>
                    <a:pt x="4372917" y="2167467"/>
                  </a:lnTo>
                  <a:lnTo>
                    <a:pt x="0" y="2167467"/>
                  </a:lnTo>
                  <a:close/>
                </a:path>
              </a:pathLst>
            </a:custGeom>
            <a:solidFill>
              <a:srgbClr val="FAE2C5">
                <a:alpha val="72941"/>
              </a:srgbClr>
            </a:solidFill>
          </p:spPr>
        </p:sp>
        <p:sp>
          <p:nvSpPr>
            <p:cNvPr id="8" name="TextBox 8"/>
            <p:cNvSpPr txBox="1"/>
            <p:nvPr/>
          </p:nvSpPr>
          <p:spPr>
            <a:xfrm>
              <a:off x="0" y="-38100"/>
              <a:ext cx="4372917" cy="2205567"/>
            </a:xfrm>
            <a:prstGeom prst="rect">
              <a:avLst/>
            </a:prstGeom>
          </p:spPr>
          <p:txBody>
            <a:bodyPr lIns="50800" tIns="50800" rIns="50800" bIns="50800" rtlCol="0" anchor="ctr"/>
            <a:lstStyle/>
            <a:p>
              <a:pPr algn="just">
                <a:lnSpc>
                  <a:spcPts val="2660"/>
                </a:lnSpc>
                <a:spcBef>
                  <a:spcPct val="0"/>
                </a:spcBef>
              </a:pPr>
            </a:p>
          </p:txBody>
        </p:sp>
      </p:grpSp>
      <p:sp>
        <p:nvSpPr>
          <p:cNvPr id="9" name="Freeform 9"/>
          <p:cNvSpPr/>
          <p:nvPr/>
        </p:nvSpPr>
        <p:spPr>
          <a:xfrm rot="953624" flipH="1" flipV="1">
            <a:off x="-592410" y="8494973"/>
            <a:ext cx="2987406" cy="2259565"/>
          </a:xfrm>
          <a:custGeom>
            <a:avLst/>
            <a:gdLst/>
            <a:ahLst/>
            <a:cxnLst/>
            <a:rect l="l" t="t" r="r" b="b"/>
            <a:pathLst>
              <a:path w="2987406" h="2259565">
                <a:moveTo>
                  <a:pt x="2987405" y="2259565"/>
                </a:moveTo>
                <a:lnTo>
                  <a:pt x="0" y="2259565"/>
                </a:lnTo>
                <a:lnTo>
                  <a:pt x="0" y="0"/>
                </a:lnTo>
                <a:lnTo>
                  <a:pt x="2987405" y="0"/>
                </a:lnTo>
                <a:lnTo>
                  <a:pt x="2987405" y="225956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a:off x="433944" y="546371"/>
            <a:ext cx="5444162" cy="9194258"/>
          </a:xfrm>
          <a:custGeom>
            <a:avLst/>
            <a:gdLst/>
            <a:ahLst/>
            <a:cxnLst/>
            <a:rect l="l" t="t" r="r" b="b"/>
            <a:pathLst>
              <a:path w="5444162" h="9194258">
                <a:moveTo>
                  <a:pt x="0" y="0"/>
                </a:moveTo>
                <a:lnTo>
                  <a:pt x="5444162" y="0"/>
                </a:lnTo>
                <a:lnTo>
                  <a:pt x="5444162" y="9194258"/>
                </a:lnTo>
                <a:lnTo>
                  <a:pt x="0" y="919425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Freeform 11"/>
          <p:cNvSpPr/>
          <p:nvPr/>
        </p:nvSpPr>
        <p:spPr>
          <a:xfrm flipH="1">
            <a:off x="12428691" y="597103"/>
            <a:ext cx="5444162" cy="9194258"/>
          </a:xfrm>
          <a:custGeom>
            <a:avLst/>
            <a:gdLst/>
            <a:ahLst/>
            <a:cxnLst/>
            <a:rect l="l" t="t" r="r" b="b"/>
            <a:pathLst>
              <a:path w="5444162" h="9194258">
                <a:moveTo>
                  <a:pt x="5444162" y="0"/>
                </a:moveTo>
                <a:lnTo>
                  <a:pt x="0" y="0"/>
                </a:lnTo>
                <a:lnTo>
                  <a:pt x="0" y="9194258"/>
                </a:lnTo>
                <a:lnTo>
                  <a:pt x="5444162" y="9194258"/>
                </a:lnTo>
                <a:lnTo>
                  <a:pt x="5444162"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TextBox 12"/>
          <p:cNvSpPr txBox="1"/>
          <p:nvPr/>
        </p:nvSpPr>
        <p:spPr>
          <a:xfrm>
            <a:off x="3615931" y="1808587"/>
            <a:ext cx="11056139" cy="1307465"/>
          </a:xfrm>
          <a:prstGeom prst="rect">
            <a:avLst/>
          </a:prstGeom>
        </p:spPr>
        <p:txBody>
          <a:bodyPr lIns="0" tIns="0" rIns="0" bIns="0" rtlCol="0" anchor="t">
            <a:spAutoFit/>
          </a:bodyPr>
          <a:lstStyle/>
          <a:p>
            <a:pPr algn="ctr">
              <a:lnSpc>
                <a:spcPts val="9280"/>
              </a:lnSpc>
            </a:pPr>
            <a:r>
              <a:rPr lang="en-US" sz="8000" b="1">
                <a:solidFill>
                  <a:srgbClr val="000000"/>
                </a:solidFill>
                <a:latin typeface="Mak Bold"/>
                <a:ea typeface="Mak Bold"/>
                <a:cs typeface="Mak Bold"/>
                <a:sym typeface="Mak Bold"/>
              </a:rPr>
              <a:t>Conclusion</a:t>
            </a:r>
            <a:endParaRPr lang="en-US" sz="8000" b="1">
              <a:solidFill>
                <a:srgbClr val="000000"/>
              </a:solidFill>
              <a:latin typeface="Mak Bold"/>
              <a:ea typeface="Mak Bold"/>
              <a:cs typeface="Mak Bold"/>
              <a:sym typeface="Mak Bold"/>
            </a:endParaRPr>
          </a:p>
        </p:txBody>
      </p:sp>
      <p:sp>
        <p:nvSpPr>
          <p:cNvPr id="13" name="TextBox 13"/>
          <p:cNvSpPr txBox="1"/>
          <p:nvPr/>
        </p:nvSpPr>
        <p:spPr>
          <a:xfrm>
            <a:off x="1770270" y="3535250"/>
            <a:ext cx="14577098" cy="4101465"/>
          </a:xfrm>
          <a:prstGeom prst="rect">
            <a:avLst/>
          </a:prstGeom>
        </p:spPr>
        <p:txBody>
          <a:bodyPr lIns="0" tIns="0" rIns="0" bIns="0" rtlCol="0" anchor="t">
            <a:spAutoFit/>
          </a:bodyPr>
          <a:lstStyle/>
          <a:p>
            <a:pPr algn="just">
              <a:lnSpc>
                <a:spcPts val="5460"/>
              </a:lnSpc>
            </a:pPr>
            <a:r>
              <a:rPr lang="en-US" sz="3900">
                <a:solidFill>
                  <a:srgbClr val="000000"/>
                </a:solidFill>
                <a:latin typeface="Glass Antiqua" panose="02000506000000020004"/>
                <a:ea typeface="Glass Antiqua" panose="02000506000000020004"/>
                <a:cs typeface="Glass Antiqua" panose="02000506000000020004"/>
                <a:sym typeface="Glass Antiqua" panose="02000506000000020004"/>
              </a:rPr>
              <a:t>The budget line represents the income and price constraints faced by a consumer. It shows all possible combinations of goods that can be purchased with a given income at given prices. The concept of the budget line is important in applied economics as it helps in understanding consumer choice, demand behavior, and the effects of changes in income and prices on consumption decisions.</a:t>
            </a:r>
            <a:endParaRPr lang="en-US" sz="3900">
              <a:solidFill>
                <a:srgbClr val="000000"/>
              </a:solidFill>
              <a:latin typeface="Glass Antiqua" panose="02000506000000020004"/>
              <a:ea typeface="Glass Antiqua" panose="02000506000000020004"/>
              <a:cs typeface="Glass Antiqua" panose="02000506000000020004"/>
              <a:sym typeface="Glass Antiqua" panose="020005060000000200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3111" b="-13111"/>
            </a:stretch>
          </a:blipFill>
        </p:spPr>
      </p:sp>
      <p:sp>
        <p:nvSpPr>
          <p:cNvPr id="3" name="Freeform 3"/>
          <p:cNvSpPr/>
          <p:nvPr/>
        </p:nvSpPr>
        <p:spPr>
          <a:xfrm>
            <a:off x="14161312" y="-702184"/>
            <a:ext cx="4372111" cy="3306906"/>
          </a:xfrm>
          <a:custGeom>
            <a:avLst/>
            <a:gdLst/>
            <a:ahLst/>
            <a:cxnLst/>
            <a:rect l="l" t="t" r="r" b="b"/>
            <a:pathLst>
              <a:path w="4372111" h="3306906">
                <a:moveTo>
                  <a:pt x="0" y="0"/>
                </a:moveTo>
                <a:lnTo>
                  <a:pt x="4372111" y="0"/>
                </a:lnTo>
                <a:lnTo>
                  <a:pt x="4372111" y="3306906"/>
                </a:lnTo>
                <a:lnTo>
                  <a:pt x="0" y="3306906"/>
                </a:lnTo>
                <a:lnTo>
                  <a:pt x="0" y="0"/>
                </a:lnTo>
                <a:close/>
              </a:path>
            </a:pathLst>
          </a:custGeom>
          <a:blipFill>
            <a:blip r:embed="rId2">
              <a:alphaModFix amt="42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1758097" y="5678057"/>
            <a:ext cx="7135220" cy="6330886"/>
          </a:xfrm>
          <a:custGeom>
            <a:avLst/>
            <a:gdLst/>
            <a:ahLst/>
            <a:cxnLst/>
            <a:rect l="l" t="t" r="r" b="b"/>
            <a:pathLst>
              <a:path w="7135220" h="6330886">
                <a:moveTo>
                  <a:pt x="0" y="0"/>
                </a:moveTo>
                <a:lnTo>
                  <a:pt x="7135220" y="0"/>
                </a:lnTo>
                <a:lnTo>
                  <a:pt x="7135220" y="6330887"/>
                </a:lnTo>
                <a:lnTo>
                  <a:pt x="0" y="6330887"/>
                </a:lnTo>
                <a:lnTo>
                  <a:pt x="0" y="0"/>
                </a:lnTo>
                <a:close/>
              </a:path>
            </a:pathLst>
          </a:custGeom>
          <a:blipFill>
            <a:blip r:embed="rId4">
              <a:alphaModFix amt="65999"/>
              <a:extLst>
                <a:ext uri="{96DAC541-7B7A-43D3-8B79-37D633B846F1}">
                  <asvg:svgBlip xmlns:asvg="http://schemas.microsoft.com/office/drawing/2016/SVG/main" r:embed="rId5"/>
                </a:ext>
              </a:extLst>
            </a:blip>
            <a:stretch>
              <a:fillRect/>
            </a:stretch>
          </a:blipFill>
        </p:spPr>
      </p:sp>
      <p:sp>
        <p:nvSpPr>
          <p:cNvPr id="5" name="Freeform 5"/>
          <p:cNvSpPr/>
          <p:nvPr/>
        </p:nvSpPr>
        <p:spPr>
          <a:xfrm>
            <a:off x="-754483" y="-1363553"/>
            <a:ext cx="6803544" cy="6147930"/>
          </a:xfrm>
          <a:custGeom>
            <a:avLst/>
            <a:gdLst/>
            <a:ahLst/>
            <a:cxnLst/>
            <a:rect l="l" t="t" r="r" b="b"/>
            <a:pathLst>
              <a:path w="6803544" h="6147930">
                <a:moveTo>
                  <a:pt x="0" y="0"/>
                </a:moveTo>
                <a:lnTo>
                  <a:pt x="6803544" y="0"/>
                </a:lnTo>
                <a:lnTo>
                  <a:pt x="6803544" y="6147930"/>
                </a:lnTo>
                <a:lnTo>
                  <a:pt x="0" y="6147930"/>
                </a:lnTo>
                <a:lnTo>
                  <a:pt x="0" y="0"/>
                </a:lnTo>
                <a:close/>
              </a:path>
            </a:pathLst>
          </a:custGeom>
          <a:blipFill>
            <a:blip r:embed="rId6">
              <a:alphaModFix amt="58000"/>
              <a:extLst>
                <a:ext uri="{96DAC541-7B7A-43D3-8B79-37D633B846F1}">
                  <asvg:svgBlip xmlns:asvg="http://schemas.microsoft.com/office/drawing/2016/SVG/main" r:embed="rId7"/>
                </a:ext>
              </a:extLst>
            </a:blip>
            <a:stretch>
              <a:fillRect/>
            </a:stretch>
          </a:blipFill>
        </p:spPr>
      </p:sp>
      <p:sp>
        <p:nvSpPr>
          <p:cNvPr id="6" name="Freeform 6"/>
          <p:cNvSpPr/>
          <p:nvPr/>
        </p:nvSpPr>
        <p:spPr>
          <a:xfrm rot="756773">
            <a:off x="15755415" y="1170662"/>
            <a:ext cx="1570143" cy="2442234"/>
          </a:xfrm>
          <a:custGeom>
            <a:avLst/>
            <a:gdLst/>
            <a:ahLst/>
            <a:cxnLst/>
            <a:rect l="l" t="t" r="r" b="b"/>
            <a:pathLst>
              <a:path w="1570143" h="2442234">
                <a:moveTo>
                  <a:pt x="0" y="0"/>
                </a:moveTo>
                <a:lnTo>
                  <a:pt x="1570143" y="0"/>
                </a:lnTo>
                <a:lnTo>
                  <a:pt x="1570143" y="2442234"/>
                </a:lnTo>
                <a:lnTo>
                  <a:pt x="0" y="244223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a:off x="901293" y="6224704"/>
            <a:ext cx="3097441" cy="3808806"/>
          </a:xfrm>
          <a:custGeom>
            <a:avLst/>
            <a:gdLst/>
            <a:ahLst/>
            <a:cxnLst/>
            <a:rect l="l" t="t" r="r" b="b"/>
            <a:pathLst>
              <a:path w="3097441" h="3808806">
                <a:moveTo>
                  <a:pt x="0" y="0"/>
                </a:moveTo>
                <a:lnTo>
                  <a:pt x="3097441" y="0"/>
                </a:lnTo>
                <a:lnTo>
                  <a:pt x="3097441" y="3808806"/>
                </a:lnTo>
                <a:lnTo>
                  <a:pt x="0" y="380880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8" name="Freeform 8"/>
          <p:cNvSpPr/>
          <p:nvPr/>
        </p:nvSpPr>
        <p:spPr>
          <a:xfrm rot="953624" flipH="1" flipV="1">
            <a:off x="-592410" y="8494973"/>
            <a:ext cx="2987406" cy="2259565"/>
          </a:xfrm>
          <a:custGeom>
            <a:avLst/>
            <a:gdLst/>
            <a:ahLst/>
            <a:cxnLst/>
            <a:rect l="l" t="t" r="r" b="b"/>
            <a:pathLst>
              <a:path w="2987406" h="2259565">
                <a:moveTo>
                  <a:pt x="2987405" y="2259565"/>
                </a:moveTo>
                <a:lnTo>
                  <a:pt x="0" y="2259565"/>
                </a:lnTo>
                <a:lnTo>
                  <a:pt x="0" y="0"/>
                </a:lnTo>
                <a:lnTo>
                  <a:pt x="2987405" y="0"/>
                </a:lnTo>
                <a:lnTo>
                  <a:pt x="2987405" y="225956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4361418" y="1105534"/>
            <a:ext cx="10096309" cy="7357685"/>
          </a:xfrm>
          <a:custGeom>
            <a:avLst/>
            <a:gdLst/>
            <a:ahLst/>
            <a:cxnLst/>
            <a:rect l="l" t="t" r="r" b="b"/>
            <a:pathLst>
              <a:path w="10096309" h="7357685">
                <a:moveTo>
                  <a:pt x="0" y="0"/>
                </a:moveTo>
                <a:lnTo>
                  <a:pt x="10096309" y="0"/>
                </a:lnTo>
                <a:lnTo>
                  <a:pt x="10096309" y="7357686"/>
                </a:lnTo>
                <a:lnTo>
                  <a:pt x="0" y="7357686"/>
                </a:lnTo>
                <a:lnTo>
                  <a:pt x="0" y="0"/>
                </a:lnTo>
                <a:close/>
              </a:path>
            </a:pathLst>
          </a:custGeom>
          <a:blipFill>
            <a:blip r:embed="rId12"/>
            <a:stretch>
              <a:fillRect/>
            </a:stretch>
          </a:blipFill>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3111" b="-13111"/>
            </a:stretch>
          </a:blipFill>
        </p:spPr>
      </p:sp>
      <p:sp>
        <p:nvSpPr>
          <p:cNvPr id="3" name="Freeform 3"/>
          <p:cNvSpPr/>
          <p:nvPr/>
        </p:nvSpPr>
        <p:spPr>
          <a:xfrm>
            <a:off x="14161312" y="-702184"/>
            <a:ext cx="4372111" cy="3306906"/>
          </a:xfrm>
          <a:custGeom>
            <a:avLst/>
            <a:gdLst/>
            <a:ahLst/>
            <a:cxnLst/>
            <a:rect l="l" t="t" r="r" b="b"/>
            <a:pathLst>
              <a:path w="4372111" h="3306906">
                <a:moveTo>
                  <a:pt x="0" y="0"/>
                </a:moveTo>
                <a:lnTo>
                  <a:pt x="4372111" y="0"/>
                </a:lnTo>
                <a:lnTo>
                  <a:pt x="4372111" y="3306906"/>
                </a:lnTo>
                <a:lnTo>
                  <a:pt x="0" y="3306906"/>
                </a:lnTo>
                <a:lnTo>
                  <a:pt x="0" y="0"/>
                </a:lnTo>
                <a:close/>
              </a:path>
            </a:pathLst>
          </a:custGeom>
          <a:blipFill>
            <a:blip r:embed="rId2">
              <a:alphaModFix amt="42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1758097" y="5678057"/>
            <a:ext cx="7135220" cy="6330886"/>
          </a:xfrm>
          <a:custGeom>
            <a:avLst/>
            <a:gdLst/>
            <a:ahLst/>
            <a:cxnLst/>
            <a:rect l="l" t="t" r="r" b="b"/>
            <a:pathLst>
              <a:path w="7135220" h="6330886">
                <a:moveTo>
                  <a:pt x="0" y="0"/>
                </a:moveTo>
                <a:lnTo>
                  <a:pt x="7135220" y="0"/>
                </a:lnTo>
                <a:lnTo>
                  <a:pt x="7135220" y="6330887"/>
                </a:lnTo>
                <a:lnTo>
                  <a:pt x="0" y="6330887"/>
                </a:lnTo>
                <a:lnTo>
                  <a:pt x="0" y="0"/>
                </a:lnTo>
                <a:close/>
              </a:path>
            </a:pathLst>
          </a:custGeom>
          <a:blipFill>
            <a:blip r:embed="rId4">
              <a:alphaModFix amt="65999"/>
              <a:extLst>
                <a:ext uri="{96DAC541-7B7A-43D3-8B79-37D633B846F1}">
                  <asvg:svgBlip xmlns:asvg="http://schemas.microsoft.com/office/drawing/2016/SVG/main" r:embed="rId5"/>
                </a:ext>
              </a:extLst>
            </a:blip>
            <a:stretch>
              <a:fillRect/>
            </a:stretch>
          </a:blipFill>
        </p:spPr>
      </p:sp>
      <p:sp>
        <p:nvSpPr>
          <p:cNvPr id="5" name="Freeform 5"/>
          <p:cNvSpPr/>
          <p:nvPr/>
        </p:nvSpPr>
        <p:spPr>
          <a:xfrm>
            <a:off x="-754483" y="-1363553"/>
            <a:ext cx="6803544" cy="6147930"/>
          </a:xfrm>
          <a:custGeom>
            <a:avLst/>
            <a:gdLst/>
            <a:ahLst/>
            <a:cxnLst/>
            <a:rect l="l" t="t" r="r" b="b"/>
            <a:pathLst>
              <a:path w="6803544" h="6147930">
                <a:moveTo>
                  <a:pt x="0" y="0"/>
                </a:moveTo>
                <a:lnTo>
                  <a:pt x="6803544" y="0"/>
                </a:lnTo>
                <a:lnTo>
                  <a:pt x="6803544" y="6147930"/>
                </a:lnTo>
                <a:lnTo>
                  <a:pt x="0" y="6147930"/>
                </a:lnTo>
                <a:lnTo>
                  <a:pt x="0" y="0"/>
                </a:lnTo>
                <a:close/>
              </a:path>
            </a:pathLst>
          </a:custGeom>
          <a:blipFill>
            <a:blip r:embed="rId6">
              <a:alphaModFix amt="58000"/>
              <a:extLst>
                <a:ext uri="{96DAC541-7B7A-43D3-8B79-37D633B846F1}">
                  <asvg:svgBlip xmlns:asvg="http://schemas.microsoft.com/office/drawing/2016/SVG/main" r:embed="rId7"/>
                </a:ext>
              </a:extLst>
            </a:blip>
            <a:stretch>
              <a:fillRect/>
            </a:stretch>
          </a:blipFill>
        </p:spPr>
      </p:sp>
      <p:sp>
        <p:nvSpPr>
          <p:cNvPr id="6" name="Freeform 6"/>
          <p:cNvSpPr/>
          <p:nvPr/>
        </p:nvSpPr>
        <p:spPr>
          <a:xfrm rot="756773">
            <a:off x="15755415" y="1170662"/>
            <a:ext cx="1570143" cy="2442234"/>
          </a:xfrm>
          <a:custGeom>
            <a:avLst/>
            <a:gdLst/>
            <a:ahLst/>
            <a:cxnLst/>
            <a:rect l="l" t="t" r="r" b="b"/>
            <a:pathLst>
              <a:path w="1570143" h="2442234">
                <a:moveTo>
                  <a:pt x="0" y="0"/>
                </a:moveTo>
                <a:lnTo>
                  <a:pt x="1570143" y="0"/>
                </a:lnTo>
                <a:lnTo>
                  <a:pt x="1570143" y="2442234"/>
                </a:lnTo>
                <a:lnTo>
                  <a:pt x="0" y="244223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a:off x="901293" y="6224704"/>
            <a:ext cx="3097441" cy="3808806"/>
          </a:xfrm>
          <a:custGeom>
            <a:avLst/>
            <a:gdLst/>
            <a:ahLst/>
            <a:cxnLst/>
            <a:rect l="l" t="t" r="r" b="b"/>
            <a:pathLst>
              <a:path w="3097441" h="3808806">
                <a:moveTo>
                  <a:pt x="0" y="0"/>
                </a:moveTo>
                <a:lnTo>
                  <a:pt x="3097441" y="0"/>
                </a:lnTo>
                <a:lnTo>
                  <a:pt x="3097441" y="3808806"/>
                </a:lnTo>
                <a:lnTo>
                  <a:pt x="0" y="380880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8" name="Freeform 8"/>
          <p:cNvSpPr/>
          <p:nvPr/>
        </p:nvSpPr>
        <p:spPr>
          <a:xfrm rot="953624" flipH="1" flipV="1">
            <a:off x="-592410" y="8494973"/>
            <a:ext cx="2987406" cy="2259565"/>
          </a:xfrm>
          <a:custGeom>
            <a:avLst/>
            <a:gdLst/>
            <a:ahLst/>
            <a:cxnLst/>
            <a:rect l="l" t="t" r="r" b="b"/>
            <a:pathLst>
              <a:path w="2987406" h="2259565">
                <a:moveTo>
                  <a:pt x="2987405" y="2259565"/>
                </a:moveTo>
                <a:lnTo>
                  <a:pt x="0" y="2259565"/>
                </a:lnTo>
                <a:lnTo>
                  <a:pt x="0" y="0"/>
                </a:lnTo>
                <a:lnTo>
                  <a:pt x="2987405" y="0"/>
                </a:lnTo>
                <a:lnTo>
                  <a:pt x="2987405" y="225956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5394479" y="1710412"/>
            <a:ext cx="7371089" cy="6950643"/>
          </a:xfrm>
          <a:custGeom>
            <a:avLst/>
            <a:gdLst/>
            <a:ahLst/>
            <a:cxnLst/>
            <a:rect l="l" t="t" r="r" b="b"/>
            <a:pathLst>
              <a:path w="7371089" h="6950643">
                <a:moveTo>
                  <a:pt x="0" y="0"/>
                </a:moveTo>
                <a:lnTo>
                  <a:pt x="7371089" y="0"/>
                </a:lnTo>
                <a:lnTo>
                  <a:pt x="7371089" y="6950643"/>
                </a:lnTo>
                <a:lnTo>
                  <a:pt x="0" y="6950643"/>
                </a:lnTo>
                <a:lnTo>
                  <a:pt x="0" y="0"/>
                </a:lnTo>
                <a:close/>
              </a:path>
            </a:pathLst>
          </a:custGeom>
          <a:blipFill>
            <a:blip r:embed="rId12"/>
            <a:stretch>
              <a:fillRect t="-3024" b="-3024"/>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2315</Words>
  <Application>WPS Presentation</Application>
  <PresentationFormat>On-screen Show (4:3)</PresentationFormat>
  <Paragraphs>60</Paragraphs>
  <Slides>19</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19</vt:i4>
      </vt:variant>
    </vt:vector>
  </HeadingPairs>
  <TitlesOfParts>
    <vt:vector size="31" baseType="lpstr">
      <vt:lpstr>Arial</vt:lpstr>
      <vt:lpstr>SimSun</vt:lpstr>
      <vt:lpstr>Wingdings</vt:lpstr>
      <vt:lpstr>Mak</vt:lpstr>
      <vt:lpstr>Segoe Print</vt:lpstr>
      <vt:lpstr>Glass Antiqua</vt:lpstr>
      <vt:lpstr>Mak Bold</vt:lpstr>
      <vt:lpstr>Arial</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dc:title>
  <dc:creator/>
  <cp:lastModifiedBy>Safalta Shrestha</cp:lastModifiedBy>
  <cp:revision>7</cp:revision>
  <dcterms:created xsi:type="dcterms:W3CDTF">2006-08-16T00:00:00Z</dcterms:created>
  <dcterms:modified xsi:type="dcterms:W3CDTF">2025-12-31T02:42:30Z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3ADC154A808040CA9D0829912B1A1720_12</vt:lpwstr>
  </property>
  <property fmtid="{D5CDD505-2E9C-101B-9397-08002B2CF9AE}" pid="3" name="KSOProductBuildVer">
    <vt:lpwstr>1033-12.2.0.23196</vt:lpwstr>
  </property>
</Properties>
</file>